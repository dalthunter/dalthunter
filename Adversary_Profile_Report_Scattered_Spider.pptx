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handoutMasterIdLst>
    <p:handoutMasterId r:id="rId14"/>
  </p:handoutMasterIdLst>
  <p:sldIdLst>
    <p:sldId id="256" r:id="rId5"/>
    <p:sldId id="272" r:id="rId6"/>
    <p:sldId id="320" r:id="rId7"/>
    <p:sldId id="321" r:id="rId8"/>
    <p:sldId id="325" r:id="rId9"/>
    <p:sldId id="322" r:id="rId10"/>
    <p:sldId id="327" r:id="rId11"/>
    <p:sldId id="299" r:id="rId12"/>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4666EF"/>
    <a:srgbClr val="4493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FD3EA-D623-42A3-87EE-E626D53512E6}" v="80" dt="2026-05-06T20:03:10.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672" autoAdjust="0"/>
    <p:restoredTop sz="94660"/>
  </p:normalViewPr>
  <p:slideViewPr>
    <p:cSldViewPr snapToGrid="0">
      <p:cViewPr varScale="1">
        <p:scale>
          <a:sx n="160" d="100"/>
          <a:sy n="160" d="100"/>
        </p:scale>
        <p:origin x="150" y="178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9" d="100"/>
          <a:sy n="69" d="100"/>
        </p:scale>
        <p:origin x="270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ton Hunter" userId="c67cf935-d0bb-4aef-b0f8-ded619c5a8b2" providerId="ADAL" clId="{03B7EC64-BECD-4824-9763-34B20A93C649}"/>
    <pc:docChg chg="undo redo custSel addSld delSld modSld sldOrd modMainMaster">
      <pc:chgData name="Dalton Hunter" userId="c67cf935-d0bb-4aef-b0f8-ded619c5a8b2" providerId="ADAL" clId="{03B7EC64-BECD-4824-9763-34B20A93C649}" dt="2026-05-06T20:13:42.006" v="11910" actId="207"/>
      <pc:docMkLst>
        <pc:docMk/>
      </pc:docMkLst>
      <pc:sldChg chg="addSp delSp modSp add del mod ord">
        <pc:chgData name="Dalton Hunter" userId="c67cf935-d0bb-4aef-b0f8-ded619c5a8b2" providerId="ADAL" clId="{03B7EC64-BECD-4824-9763-34B20A93C649}" dt="2026-05-06T20:00:30.767" v="11872"/>
        <pc:sldMkLst>
          <pc:docMk/>
          <pc:sldMk cId="2066099785" sldId="256"/>
        </pc:sldMkLst>
        <pc:spChg chg="add mod">
          <ac:chgData name="Dalton Hunter" userId="c67cf935-d0bb-4aef-b0f8-ded619c5a8b2" providerId="ADAL" clId="{03B7EC64-BECD-4824-9763-34B20A93C649}" dt="2026-05-06T20:00:30.767" v="11872"/>
          <ac:spMkLst>
            <pc:docMk/>
            <pc:sldMk cId="2066099785" sldId="256"/>
            <ac:spMk id="9" creationId="{1369F3B4-AE1F-F084-40B4-D1B7AE940943}"/>
          </ac:spMkLst>
        </pc:spChg>
        <pc:cxnChg chg="add mod">
          <ac:chgData name="Dalton Hunter" userId="c67cf935-d0bb-4aef-b0f8-ded619c5a8b2" providerId="ADAL" clId="{03B7EC64-BECD-4824-9763-34B20A93C649}" dt="2026-04-23T02:36:52.402" v="9696" actId="1076"/>
          <ac:cxnSpMkLst>
            <pc:docMk/>
            <pc:sldMk cId="2066099785" sldId="256"/>
            <ac:cxnSpMk id="5" creationId="{E2479117-3E6C-9678-EB49-0829AAEFE4E6}"/>
          </ac:cxnSpMkLst>
        </pc:cxnChg>
        <pc:cxnChg chg="add mod">
          <ac:chgData name="Dalton Hunter" userId="c67cf935-d0bb-4aef-b0f8-ded619c5a8b2" providerId="ADAL" clId="{03B7EC64-BECD-4824-9763-34B20A93C649}" dt="2026-04-22T23:02:05.964" v="9463" actId="208"/>
          <ac:cxnSpMkLst>
            <pc:docMk/>
            <pc:sldMk cId="2066099785" sldId="256"/>
            <ac:cxnSpMk id="12" creationId="{9B163965-1BB4-0D6E-931C-E5931483F55A}"/>
          </ac:cxnSpMkLst>
        </pc:cxnChg>
        <pc:cxnChg chg="add mod">
          <ac:chgData name="Dalton Hunter" userId="c67cf935-d0bb-4aef-b0f8-ded619c5a8b2" providerId="ADAL" clId="{03B7EC64-BECD-4824-9763-34B20A93C649}" dt="2026-04-22T23:07:49.784" v="9488" actId="14100"/>
          <ac:cxnSpMkLst>
            <pc:docMk/>
            <pc:sldMk cId="2066099785" sldId="256"/>
            <ac:cxnSpMk id="13" creationId="{540EC481-5EE7-2B3B-3D58-B6770C285BAF}"/>
          </ac:cxnSpMkLst>
        </pc:cxnChg>
        <pc:cxnChg chg="add mod">
          <ac:chgData name="Dalton Hunter" userId="c67cf935-d0bb-4aef-b0f8-ded619c5a8b2" providerId="ADAL" clId="{03B7EC64-BECD-4824-9763-34B20A93C649}" dt="2026-04-22T23:07:16.279" v="9485" actId="1076"/>
          <ac:cxnSpMkLst>
            <pc:docMk/>
            <pc:sldMk cId="2066099785" sldId="256"/>
            <ac:cxnSpMk id="25" creationId="{FC70E055-3F8E-928B-B585-2653D7A6CEDA}"/>
          </ac:cxnSpMkLst>
        </pc:cxnChg>
        <pc:cxnChg chg="add mod">
          <ac:chgData name="Dalton Hunter" userId="c67cf935-d0bb-4aef-b0f8-ded619c5a8b2" providerId="ADAL" clId="{03B7EC64-BECD-4824-9763-34B20A93C649}" dt="2026-04-22T23:05:04.525" v="9481" actId="1076"/>
          <ac:cxnSpMkLst>
            <pc:docMk/>
            <pc:sldMk cId="2066099785" sldId="256"/>
            <ac:cxnSpMk id="30" creationId="{01C4DD43-60F6-BEE0-E836-DFD1E7B7CE73}"/>
          </ac:cxnSpMkLst>
        </pc:cxnChg>
      </pc:sldChg>
      <pc:sldChg chg="addSp delSp modSp mod">
        <pc:chgData name="Dalton Hunter" userId="c67cf935-d0bb-4aef-b0f8-ded619c5a8b2" providerId="ADAL" clId="{03B7EC64-BECD-4824-9763-34B20A93C649}" dt="2026-05-06T20:01:08.054" v="11874" actId="14100"/>
        <pc:sldMkLst>
          <pc:docMk/>
          <pc:sldMk cId="624131162" sldId="272"/>
        </pc:sldMkLst>
        <pc:spChg chg="add mod">
          <ac:chgData name="Dalton Hunter" userId="c67cf935-d0bb-4aef-b0f8-ded619c5a8b2" providerId="ADAL" clId="{03B7EC64-BECD-4824-9763-34B20A93C649}" dt="2026-04-22T00:48:17.994" v="7533" actId="20577"/>
          <ac:spMkLst>
            <pc:docMk/>
            <pc:sldMk cId="624131162" sldId="272"/>
            <ac:spMk id="4" creationId="{B328B62A-0635-3456-4EB3-21F55BCFDDAE}"/>
          </ac:spMkLst>
        </pc:spChg>
        <pc:spChg chg="mod">
          <ac:chgData name="Dalton Hunter" userId="c67cf935-d0bb-4aef-b0f8-ded619c5a8b2" providerId="ADAL" clId="{03B7EC64-BECD-4824-9763-34B20A93C649}" dt="2026-04-25T19:08:21.827" v="10529" actId="20577"/>
          <ac:spMkLst>
            <pc:docMk/>
            <pc:sldMk cId="624131162" sldId="272"/>
            <ac:spMk id="5" creationId="{D51B56FE-B144-A837-26F9-50B3237E4F0C}"/>
          </ac:spMkLst>
        </pc:spChg>
        <pc:spChg chg="add mod">
          <ac:chgData name="Dalton Hunter" userId="c67cf935-d0bb-4aef-b0f8-ded619c5a8b2" providerId="ADAL" clId="{03B7EC64-BECD-4824-9763-34B20A93C649}" dt="2026-04-21T23:32:21.583" v="7272" actId="207"/>
          <ac:spMkLst>
            <pc:docMk/>
            <pc:sldMk cId="624131162" sldId="272"/>
            <ac:spMk id="6" creationId="{3E139B42-013D-B8FB-0B3F-5E2674CA013D}"/>
          </ac:spMkLst>
        </pc:spChg>
        <pc:spChg chg="add mod">
          <ac:chgData name="Dalton Hunter" userId="c67cf935-d0bb-4aef-b0f8-ded619c5a8b2" providerId="ADAL" clId="{03B7EC64-BECD-4824-9763-34B20A93C649}" dt="2026-05-06T19:55:57.472" v="11871"/>
          <ac:spMkLst>
            <pc:docMk/>
            <pc:sldMk cId="624131162" sldId="272"/>
            <ac:spMk id="7" creationId="{477856B4-BC7D-F655-072D-362921479097}"/>
          </ac:spMkLst>
        </pc:spChg>
        <pc:spChg chg="add mod">
          <ac:chgData name="Dalton Hunter" userId="c67cf935-d0bb-4aef-b0f8-ded619c5a8b2" providerId="ADAL" clId="{03B7EC64-BECD-4824-9763-34B20A93C649}" dt="2026-05-05T23:43:16.823" v="11131"/>
          <ac:spMkLst>
            <pc:docMk/>
            <pc:sldMk cId="624131162" sldId="272"/>
            <ac:spMk id="9" creationId="{AC2CB77B-EB5E-3981-A576-BDB00B0FAEBB}"/>
          </ac:spMkLst>
        </pc:spChg>
        <pc:spChg chg="mod">
          <ac:chgData name="Dalton Hunter" userId="c67cf935-d0bb-4aef-b0f8-ded619c5a8b2" providerId="ADAL" clId="{03B7EC64-BECD-4824-9763-34B20A93C649}" dt="2026-05-05T23:43:16.823" v="11131"/>
          <ac:spMkLst>
            <pc:docMk/>
            <pc:sldMk cId="624131162" sldId="272"/>
            <ac:spMk id="10" creationId="{0F205AF5-089C-CDFC-2799-0F00EB7B08D3}"/>
          </ac:spMkLst>
        </pc:spChg>
        <pc:spChg chg="mod">
          <ac:chgData name="Dalton Hunter" userId="c67cf935-d0bb-4aef-b0f8-ded619c5a8b2" providerId="ADAL" clId="{03B7EC64-BECD-4824-9763-34B20A93C649}" dt="2026-05-05T23:43:16.823" v="11131"/>
          <ac:spMkLst>
            <pc:docMk/>
            <pc:sldMk cId="624131162" sldId="272"/>
            <ac:spMk id="11" creationId="{00CF53A5-57CE-13DC-5FC6-62A7E07FFEBC}"/>
          </ac:spMkLst>
        </pc:spChg>
        <pc:spChg chg="add mod">
          <ac:chgData name="Dalton Hunter" userId="c67cf935-d0bb-4aef-b0f8-ded619c5a8b2" providerId="ADAL" clId="{03B7EC64-BECD-4824-9763-34B20A93C649}" dt="2026-05-06T20:01:08.054" v="11874" actId="14100"/>
          <ac:spMkLst>
            <pc:docMk/>
            <pc:sldMk cId="624131162" sldId="272"/>
            <ac:spMk id="12" creationId="{BB9B1819-1CEB-6D11-AA33-60B00FF691A6}"/>
          </ac:spMkLst>
        </pc:spChg>
        <pc:spChg chg="add mod">
          <ac:chgData name="Dalton Hunter" userId="c67cf935-d0bb-4aef-b0f8-ded619c5a8b2" providerId="ADAL" clId="{03B7EC64-BECD-4824-9763-34B20A93C649}" dt="2026-04-22T01:23:04.294" v="7778"/>
          <ac:spMkLst>
            <pc:docMk/>
            <pc:sldMk cId="624131162" sldId="272"/>
            <ac:spMk id="13" creationId="{0DEBFF1E-256A-FCC5-8F58-913F824D5E0C}"/>
          </ac:spMkLst>
        </pc:spChg>
      </pc:sldChg>
      <pc:sldChg chg="addSp delSp modSp mod">
        <pc:chgData name="Dalton Hunter" userId="c67cf935-d0bb-4aef-b0f8-ded619c5a8b2" providerId="ADAL" clId="{03B7EC64-BECD-4824-9763-34B20A93C649}" dt="2026-05-06T20:01:35.136" v="11887"/>
        <pc:sldMkLst>
          <pc:docMk/>
          <pc:sldMk cId="2332698707" sldId="299"/>
        </pc:sldMkLst>
        <pc:spChg chg="mod">
          <ac:chgData name="Dalton Hunter" userId="c67cf935-d0bb-4aef-b0f8-ded619c5a8b2" providerId="ADAL" clId="{03B7EC64-BECD-4824-9763-34B20A93C649}" dt="2026-05-06T19:55:57.472" v="11871"/>
          <ac:spMkLst>
            <pc:docMk/>
            <pc:sldMk cId="2332698707" sldId="299"/>
            <ac:spMk id="2" creationId="{AB92F8A8-8777-8EF7-29B3-ECCCB5961E99}"/>
          </ac:spMkLst>
        </pc:spChg>
        <pc:spChg chg="add mod">
          <ac:chgData name="Dalton Hunter" userId="c67cf935-d0bb-4aef-b0f8-ded619c5a8b2" providerId="ADAL" clId="{03B7EC64-BECD-4824-9763-34B20A93C649}" dt="2026-05-06T20:01:35.136" v="11887"/>
          <ac:spMkLst>
            <pc:docMk/>
            <pc:sldMk cId="2332698707" sldId="299"/>
            <ac:spMk id="3" creationId="{539E37B0-F3E1-A9B4-B70E-829AADB0E1EC}"/>
          </ac:spMkLst>
        </pc:spChg>
        <pc:spChg chg="add mod">
          <ac:chgData name="Dalton Hunter" userId="c67cf935-d0bb-4aef-b0f8-ded619c5a8b2" providerId="ADAL" clId="{03B7EC64-BECD-4824-9763-34B20A93C649}" dt="2026-04-21T23:33:54.308" v="7285" actId="1076"/>
          <ac:spMkLst>
            <pc:docMk/>
            <pc:sldMk cId="2332698707" sldId="299"/>
            <ac:spMk id="6" creationId="{136E08C6-8AFE-C7F8-9DDF-2C3934E1A4F7}"/>
          </ac:spMkLst>
        </pc:spChg>
        <pc:spChg chg="mod">
          <ac:chgData name="Dalton Hunter" userId="c67cf935-d0bb-4aef-b0f8-ded619c5a8b2" providerId="ADAL" clId="{03B7EC64-BECD-4824-9763-34B20A93C649}" dt="2026-04-22T03:43:50.400" v="8260" actId="122"/>
          <ac:spMkLst>
            <pc:docMk/>
            <pc:sldMk cId="2332698707" sldId="299"/>
            <ac:spMk id="7" creationId="{E7523841-D415-42D1-9986-FFE01C0A70F9}"/>
          </ac:spMkLst>
        </pc:spChg>
        <pc:spChg chg="add mod">
          <ac:chgData name="Dalton Hunter" userId="c67cf935-d0bb-4aef-b0f8-ded619c5a8b2" providerId="ADAL" clId="{03B7EC64-BECD-4824-9763-34B20A93C649}" dt="2026-05-05T23:43:16.823" v="11131"/>
          <ac:spMkLst>
            <pc:docMk/>
            <pc:sldMk cId="2332698707" sldId="299"/>
            <ac:spMk id="8" creationId="{05ACCA75-2970-D26C-14CE-7D412DF14675}"/>
          </ac:spMkLst>
        </pc:spChg>
        <pc:spChg chg="mod">
          <ac:chgData name="Dalton Hunter" userId="c67cf935-d0bb-4aef-b0f8-ded619c5a8b2" providerId="ADAL" clId="{03B7EC64-BECD-4824-9763-34B20A93C649}" dt="2026-04-22T03:48:18.354" v="8275" actId="1076"/>
          <ac:spMkLst>
            <pc:docMk/>
            <pc:sldMk cId="2332698707" sldId="299"/>
            <ac:spMk id="9" creationId="{3299550D-CBED-4B26-A5B0-86E44E9CE4A2}"/>
          </ac:spMkLst>
        </pc:spChg>
        <pc:spChg chg="add del mod">
          <ac:chgData name="Dalton Hunter" userId="c67cf935-d0bb-4aef-b0f8-ded619c5a8b2" providerId="ADAL" clId="{03B7EC64-BECD-4824-9763-34B20A93C649}" dt="2026-05-06T20:01:34.771" v="11886" actId="478"/>
          <ac:spMkLst>
            <pc:docMk/>
            <pc:sldMk cId="2332698707" sldId="299"/>
            <ac:spMk id="10" creationId="{FC06414D-D491-3326-100D-A5F004C4B3EF}"/>
          </ac:spMkLst>
        </pc:spChg>
        <pc:spChg chg="add mod">
          <ac:chgData name="Dalton Hunter" userId="c67cf935-d0bb-4aef-b0f8-ded619c5a8b2" providerId="ADAL" clId="{03B7EC64-BECD-4824-9763-34B20A93C649}" dt="2026-04-22T01:09:43.842" v="7647"/>
          <ac:spMkLst>
            <pc:docMk/>
            <pc:sldMk cId="2332698707" sldId="299"/>
            <ac:spMk id="12" creationId="{70F4C8DB-836E-C7A8-7B39-F74CA3812BB2}"/>
          </ac:spMkLst>
        </pc:spChg>
        <pc:spChg chg="add mod">
          <ac:chgData name="Dalton Hunter" userId="c67cf935-d0bb-4aef-b0f8-ded619c5a8b2" providerId="ADAL" clId="{03B7EC64-BECD-4824-9763-34B20A93C649}" dt="2026-04-22T00:48:03.347" v="7527" actId="20577"/>
          <ac:spMkLst>
            <pc:docMk/>
            <pc:sldMk cId="2332698707" sldId="299"/>
            <ac:spMk id="13" creationId="{3079118A-3FFA-6C51-7DAD-CA379A4E4845}"/>
          </ac:spMkLst>
        </pc:spChg>
      </pc:sldChg>
      <pc:sldChg chg="addSp delSp modSp mod">
        <pc:chgData name="Dalton Hunter" userId="c67cf935-d0bb-4aef-b0f8-ded619c5a8b2" providerId="ADAL" clId="{03B7EC64-BECD-4824-9763-34B20A93C649}" dt="2026-05-06T20:01:15.244" v="11877" actId="478"/>
        <pc:sldMkLst>
          <pc:docMk/>
          <pc:sldMk cId="3271110637" sldId="320"/>
        </pc:sldMkLst>
        <pc:spChg chg="add mod">
          <ac:chgData name="Dalton Hunter" userId="c67cf935-d0bb-4aef-b0f8-ded619c5a8b2" providerId="ADAL" clId="{03B7EC64-BECD-4824-9763-34B20A93C649}" dt="2026-05-06T01:27:14.044" v="11593" actId="1076"/>
          <ac:spMkLst>
            <pc:docMk/>
            <pc:sldMk cId="3271110637" sldId="320"/>
            <ac:spMk id="2" creationId="{66492DC1-D42D-02CF-AEE7-C12700C804F4}"/>
          </ac:spMkLst>
        </pc:spChg>
        <pc:spChg chg="add mod">
          <ac:chgData name="Dalton Hunter" userId="c67cf935-d0bb-4aef-b0f8-ded619c5a8b2" providerId="ADAL" clId="{03B7EC64-BECD-4824-9763-34B20A93C649}" dt="2026-05-06T20:01:12.432" v="11875"/>
          <ac:spMkLst>
            <pc:docMk/>
            <pc:sldMk cId="3271110637" sldId="320"/>
            <ac:spMk id="3" creationId="{32A2BA3A-9FA1-E24E-AEA6-9E6501B67C69}"/>
          </ac:spMkLst>
        </pc:spChg>
        <pc:spChg chg="add del mod">
          <ac:chgData name="Dalton Hunter" userId="c67cf935-d0bb-4aef-b0f8-ded619c5a8b2" providerId="ADAL" clId="{03B7EC64-BECD-4824-9763-34B20A93C649}" dt="2026-05-05T23:45:59.870" v="11140" actId="478"/>
          <ac:spMkLst>
            <pc:docMk/>
            <pc:sldMk cId="3271110637" sldId="320"/>
            <ac:spMk id="3" creationId="{BE720464-CEE0-1E86-2401-2CC8413FE47D}"/>
          </ac:spMkLst>
        </pc:spChg>
        <pc:spChg chg="add mod">
          <ac:chgData name="Dalton Hunter" userId="c67cf935-d0bb-4aef-b0f8-ded619c5a8b2" providerId="ADAL" clId="{03B7EC64-BECD-4824-9763-34B20A93C649}" dt="2026-04-21T23:32:30.779" v="7274" actId="1076"/>
          <ac:spMkLst>
            <pc:docMk/>
            <pc:sldMk cId="3271110637" sldId="320"/>
            <ac:spMk id="4" creationId="{C705D605-7ADD-4B02-E8FC-074D20C4CFF4}"/>
          </ac:spMkLst>
        </pc:spChg>
        <pc:spChg chg="add del mod">
          <ac:chgData name="Dalton Hunter" userId="c67cf935-d0bb-4aef-b0f8-ded619c5a8b2" providerId="ADAL" clId="{03B7EC64-BECD-4824-9763-34B20A93C649}" dt="2026-05-06T20:01:15.244" v="11877" actId="478"/>
          <ac:spMkLst>
            <pc:docMk/>
            <pc:sldMk cId="3271110637" sldId="320"/>
            <ac:spMk id="5" creationId="{44E0EDA6-46B5-EE65-D454-79A0E33ACACC}"/>
          </ac:spMkLst>
        </pc:spChg>
        <pc:spChg chg="mod">
          <ac:chgData name="Dalton Hunter" userId="c67cf935-d0bb-4aef-b0f8-ded619c5a8b2" providerId="ADAL" clId="{03B7EC64-BECD-4824-9763-34B20A93C649}" dt="2026-04-22T00:45:23.572" v="7507" actId="207"/>
          <ac:spMkLst>
            <pc:docMk/>
            <pc:sldMk cId="3271110637" sldId="320"/>
            <ac:spMk id="6" creationId="{C0045EAE-35CA-D041-98D9-A33BAA5F2F50}"/>
          </ac:spMkLst>
        </pc:spChg>
        <pc:spChg chg="mod">
          <ac:chgData name="Dalton Hunter" userId="c67cf935-d0bb-4aef-b0f8-ded619c5a8b2" providerId="ADAL" clId="{03B7EC64-BECD-4824-9763-34B20A93C649}" dt="2026-05-06T19:54:25.132" v="11865" actId="20577"/>
          <ac:spMkLst>
            <pc:docMk/>
            <pc:sldMk cId="3271110637" sldId="320"/>
            <ac:spMk id="8" creationId="{C2E49083-C6E2-E247-F65B-5FD17342A61C}"/>
          </ac:spMkLst>
        </pc:spChg>
        <pc:spChg chg="add mod">
          <ac:chgData name="Dalton Hunter" userId="c67cf935-d0bb-4aef-b0f8-ded619c5a8b2" providerId="ADAL" clId="{03B7EC64-BECD-4824-9763-34B20A93C649}" dt="2026-05-06T01:27:00.026" v="11586" actId="1076"/>
          <ac:spMkLst>
            <pc:docMk/>
            <pc:sldMk cId="3271110637" sldId="320"/>
            <ac:spMk id="9" creationId="{4FF49819-A744-4BD8-F0AC-7E19B7E866DE}"/>
          </ac:spMkLst>
        </pc:spChg>
        <pc:spChg chg="mod">
          <ac:chgData name="Dalton Hunter" userId="c67cf935-d0bb-4aef-b0f8-ded619c5a8b2" providerId="ADAL" clId="{03B7EC64-BECD-4824-9763-34B20A93C649}" dt="2026-05-06T19:55:57.472" v="11871"/>
          <ac:spMkLst>
            <pc:docMk/>
            <pc:sldMk cId="3271110637" sldId="320"/>
            <ac:spMk id="14" creationId="{FC3D4131-7B09-6242-7B94-5463FE143B0B}"/>
          </ac:spMkLst>
        </pc:spChg>
        <pc:spChg chg="add mod">
          <ac:chgData name="Dalton Hunter" userId="c67cf935-d0bb-4aef-b0f8-ded619c5a8b2" providerId="ADAL" clId="{03B7EC64-BECD-4824-9763-34B20A93C649}" dt="2026-05-05T23:43:16.823" v="11131"/>
          <ac:spMkLst>
            <pc:docMk/>
            <pc:sldMk cId="3271110637" sldId="320"/>
            <ac:spMk id="15" creationId="{FDBDAFCB-AF33-FD20-C6E6-637F5A3A26EE}"/>
          </ac:spMkLst>
        </pc:spChg>
        <pc:spChg chg="add mod">
          <ac:chgData name="Dalton Hunter" userId="c67cf935-d0bb-4aef-b0f8-ded619c5a8b2" providerId="ADAL" clId="{03B7EC64-BECD-4824-9763-34B20A93C649}" dt="2026-04-22T00:48:16.574" v="7532" actId="20577"/>
          <ac:spMkLst>
            <pc:docMk/>
            <pc:sldMk cId="3271110637" sldId="320"/>
            <ac:spMk id="18" creationId="{53D50880-A865-72A8-3A7E-8949FF1303EB}"/>
          </ac:spMkLst>
        </pc:spChg>
        <pc:spChg chg="add mod">
          <ac:chgData name="Dalton Hunter" userId="c67cf935-d0bb-4aef-b0f8-ded619c5a8b2" providerId="ADAL" clId="{03B7EC64-BECD-4824-9763-34B20A93C649}" dt="2026-04-22T01:23:07.462" v="7780"/>
          <ac:spMkLst>
            <pc:docMk/>
            <pc:sldMk cId="3271110637" sldId="320"/>
            <ac:spMk id="22" creationId="{E35C15DD-B142-929E-36B8-E04E570A22F1}"/>
          </ac:spMkLst>
        </pc:spChg>
        <pc:picChg chg="add del mod">
          <ac:chgData name="Dalton Hunter" userId="c67cf935-d0bb-4aef-b0f8-ded619c5a8b2" providerId="ADAL" clId="{03B7EC64-BECD-4824-9763-34B20A93C649}" dt="2026-05-05T23:45:59.077" v="11139" actId="478"/>
          <ac:picMkLst>
            <pc:docMk/>
            <pc:sldMk cId="3271110637" sldId="320"/>
            <ac:picMk id="7" creationId="{ADCC351D-EE2F-9664-68DC-27170C0633CC}"/>
          </ac:picMkLst>
        </pc:picChg>
        <pc:picChg chg="add mod">
          <ac:chgData name="Dalton Hunter" userId="c67cf935-d0bb-4aef-b0f8-ded619c5a8b2" providerId="ADAL" clId="{03B7EC64-BECD-4824-9763-34B20A93C649}" dt="2026-05-06T01:27:12.901" v="11592" actId="1076"/>
          <ac:picMkLst>
            <pc:docMk/>
            <pc:sldMk cId="3271110637" sldId="320"/>
            <ac:picMk id="11" creationId="{6F38719E-0100-AD41-9E8E-8C2A31AB6466}"/>
          </ac:picMkLst>
        </pc:picChg>
        <pc:picChg chg="add mod">
          <ac:chgData name="Dalton Hunter" userId="c67cf935-d0bb-4aef-b0f8-ded619c5a8b2" providerId="ADAL" clId="{03B7EC64-BECD-4824-9763-34B20A93C649}" dt="2026-05-06T01:27:15.404" v="11594" actId="1076"/>
          <ac:picMkLst>
            <pc:docMk/>
            <pc:sldMk cId="3271110637" sldId="320"/>
            <ac:picMk id="13" creationId="{8CE1704A-01AA-B7D3-FC19-877C90BBBDF4}"/>
          </ac:picMkLst>
        </pc:picChg>
        <pc:picChg chg="add del mod modCrop">
          <ac:chgData name="Dalton Hunter" userId="c67cf935-d0bb-4aef-b0f8-ded619c5a8b2" providerId="ADAL" clId="{03B7EC64-BECD-4824-9763-34B20A93C649}" dt="2026-05-05T23:45:58.262" v="11138" actId="478"/>
          <ac:picMkLst>
            <pc:docMk/>
            <pc:sldMk cId="3271110637" sldId="320"/>
            <ac:picMk id="26" creationId="{0CA164EE-3D6C-5BB1-6B5C-70AF0F12E9FB}"/>
          </ac:picMkLst>
        </pc:picChg>
      </pc:sldChg>
      <pc:sldChg chg="addSp delSp modSp add mod">
        <pc:chgData name="Dalton Hunter" userId="c67cf935-d0bb-4aef-b0f8-ded619c5a8b2" providerId="ADAL" clId="{03B7EC64-BECD-4824-9763-34B20A93C649}" dt="2026-05-06T20:01:19.800" v="11879"/>
        <pc:sldMkLst>
          <pc:docMk/>
          <pc:sldMk cId="651109894" sldId="321"/>
        </pc:sldMkLst>
        <pc:spChg chg="add mod">
          <ac:chgData name="Dalton Hunter" userId="c67cf935-d0bb-4aef-b0f8-ded619c5a8b2" providerId="ADAL" clId="{03B7EC64-BECD-4824-9763-34B20A93C649}" dt="2026-05-06T20:01:19.800" v="11879"/>
          <ac:spMkLst>
            <pc:docMk/>
            <pc:sldMk cId="651109894" sldId="321"/>
            <ac:spMk id="2" creationId="{7F8B57C5-B07F-8DC4-5FFA-05B11007CE72}"/>
          </ac:spMkLst>
        </pc:spChg>
        <pc:spChg chg="add mod">
          <ac:chgData name="Dalton Hunter" userId="c67cf935-d0bb-4aef-b0f8-ded619c5a8b2" providerId="ADAL" clId="{03B7EC64-BECD-4824-9763-34B20A93C649}" dt="2026-05-06T12:54:00.340" v="11840" actId="1076"/>
          <ac:spMkLst>
            <pc:docMk/>
            <pc:sldMk cId="651109894" sldId="321"/>
            <ac:spMk id="4" creationId="{7051A8AF-E108-DC00-820D-706C9AFC8149}"/>
          </ac:spMkLst>
        </pc:spChg>
        <pc:spChg chg="add mod">
          <ac:chgData name="Dalton Hunter" userId="c67cf935-d0bb-4aef-b0f8-ded619c5a8b2" providerId="ADAL" clId="{03B7EC64-BECD-4824-9763-34B20A93C649}" dt="2026-04-21T23:32:38.820" v="7276" actId="1076"/>
          <ac:spMkLst>
            <pc:docMk/>
            <pc:sldMk cId="651109894" sldId="321"/>
            <ac:spMk id="5" creationId="{8B9C8460-22B4-58E5-FE07-9F1C9D43CE1A}"/>
          </ac:spMkLst>
        </pc:spChg>
        <pc:spChg chg="add del mod">
          <ac:chgData name="Dalton Hunter" userId="c67cf935-d0bb-4aef-b0f8-ded619c5a8b2" providerId="ADAL" clId="{03B7EC64-BECD-4824-9763-34B20A93C649}" dt="2026-05-06T20:01:19.236" v="11878" actId="478"/>
          <ac:spMkLst>
            <pc:docMk/>
            <pc:sldMk cId="651109894" sldId="321"/>
            <ac:spMk id="8" creationId="{C7A93F7F-9C44-59F1-A234-AEF18D8D5BB3}"/>
          </ac:spMkLst>
        </pc:spChg>
        <pc:spChg chg="add mod">
          <ac:chgData name="Dalton Hunter" userId="c67cf935-d0bb-4aef-b0f8-ded619c5a8b2" providerId="ADAL" clId="{03B7EC64-BECD-4824-9763-34B20A93C649}" dt="2026-05-06T12:53:58.109" v="11838" actId="1076"/>
          <ac:spMkLst>
            <pc:docMk/>
            <pc:sldMk cId="651109894" sldId="321"/>
            <ac:spMk id="10" creationId="{49E29879-4B52-F9A4-5AE2-6EEE1C9FB8CB}"/>
          </ac:spMkLst>
        </pc:spChg>
        <pc:spChg chg="add mod">
          <ac:chgData name="Dalton Hunter" userId="c67cf935-d0bb-4aef-b0f8-ded619c5a8b2" providerId="ADAL" clId="{03B7EC64-BECD-4824-9763-34B20A93C649}" dt="2026-04-22T00:48:15.300" v="7531" actId="20577"/>
          <ac:spMkLst>
            <pc:docMk/>
            <pc:sldMk cId="651109894" sldId="321"/>
            <ac:spMk id="12" creationId="{CB3FA366-F7F3-A561-CE1D-071635F74A28}"/>
          </ac:spMkLst>
        </pc:spChg>
        <pc:spChg chg="add mod">
          <ac:chgData name="Dalton Hunter" userId="c67cf935-d0bb-4aef-b0f8-ded619c5a8b2" providerId="ADAL" clId="{03B7EC64-BECD-4824-9763-34B20A93C649}" dt="2026-05-05T23:43:16.823" v="11131"/>
          <ac:spMkLst>
            <pc:docMk/>
            <pc:sldMk cId="651109894" sldId="321"/>
            <ac:spMk id="13" creationId="{9E72BF77-A170-F9E1-DC11-75562EB3DE10}"/>
          </ac:spMkLst>
        </pc:spChg>
        <pc:spChg chg="mod">
          <ac:chgData name="Dalton Hunter" userId="c67cf935-d0bb-4aef-b0f8-ded619c5a8b2" providerId="ADAL" clId="{03B7EC64-BECD-4824-9763-34B20A93C649}" dt="2026-05-06T19:55:57.472" v="11871"/>
          <ac:spMkLst>
            <pc:docMk/>
            <pc:sldMk cId="651109894" sldId="321"/>
            <ac:spMk id="14" creationId="{2CE3BB93-3461-21D5-9005-05944C803ED7}"/>
          </ac:spMkLst>
        </pc:spChg>
        <pc:spChg chg="add mod">
          <ac:chgData name="Dalton Hunter" userId="c67cf935-d0bb-4aef-b0f8-ded619c5a8b2" providerId="ADAL" clId="{03B7EC64-BECD-4824-9763-34B20A93C649}" dt="2026-04-22T01:23:09.822" v="7782"/>
          <ac:spMkLst>
            <pc:docMk/>
            <pc:sldMk cId="651109894" sldId="321"/>
            <ac:spMk id="15" creationId="{0B1B1A61-E1B3-1C4B-69A2-7FE5BBF45A55}"/>
          </ac:spMkLst>
        </pc:spChg>
        <pc:spChg chg="add mod">
          <ac:chgData name="Dalton Hunter" userId="c67cf935-d0bb-4aef-b0f8-ded619c5a8b2" providerId="ADAL" clId="{03B7EC64-BECD-4824-9763-34B20A93C649}" dt="2026-05-06T12:40:53.537" v="11784" actId="113"/>
          <ac:spMkLst>
            <pc:docMk/>
            <pc:sldMk cId="651109894" sldId="321"/>
            <ac:spMk id="17" creationId="{B31C5FD8-4779-EDD5-584F-97028C89C0DB}"/>
          </ac:spMkLst>
        </pc:spChg>
        <pc:spChg chg="add mod">
          <ac:chgData name="Dalton Hunter" userId="c67cf935-d0bb-4aef-b0f8-ded619c5a8b2" providerId="ADAL" clId="{03B7EC64-BECD-4824-9763-34B20A93C649}" dt="2026-05-06T12:53:54.364" v="11835" actId="1076"/>
          <ac:spMkLst>
            <pc:docMk/>
            <pc:sldMk cId="651109894" sldId="321"/>
            <ac:spMk id="25" creationId="{7C570189-203E-BD24-5F38-E0C9AF8A6F2E}"/>
          </ac:spMkLst>
        </pc:spChg>
        <pc:picChg chg="add del mod">
          <ac:chgData name="Dalton Hunter" userId="c67cf935-d0bb-4aef-b0f8-ded619c5a8b2" providerId="ADAL" clId="{03B7EC64-BECD-4824-9763-34B20A93C649}" dt="2026-05-05T23:48:45.039" v="11159" actId="478"/>
          <ac:picMkLst>
            <pc:docMk/>
            <pc:sldMk cId="651109894" sldId="321"/>
            <ac:picMk id="3" creationId="{2FED8546-514B-DDEA-5622-3E0059BC4C9F}"/>
          </ac:picMkLst>
        </pc:picChg>
        <pc:picChg chg="add mod">
          <ac:chgData name="Dalton Hunter" userId="c67cf935-d0bb-4aef-b0f8-ded619c5a8b2" providerId="ADAL" clId="{03B7EC64-BECD-4824-9763-34B20A93C649}" dt="2026-05-06T12:53:59.135" v="11839" actId="1076"/>
          <ac:picMkLst>
            <pc:docMk/>
            <pc:sldMk cId="651109894" sldId="321"/>
            <ac:picMk id="6" creationId="{FEE90DCB-B360-E09D-E93A-AA7FC9E73E8C}"/>
          </ac:picMkLst>
        </pc:picChg>
        <pc:picChg chg="add mod">
          <ac:chgData name="Dalton Hunter" userId="c67cf935-d0bb-4aef-b0f8-ded619c5a8b2" providerId="ADAL" clId="{03B7EC64-BECD-4824-9763-34B20A93C649}" dt="2026-05-06T12:53:57.026" v="11837" actId="1076"/>
          <ac:picMkLst>
            <pc:docMk/>
            <pc:sldMk cId="651109894" sldId="321"/>
            <ac:picMk id="9" creationId="{87856BB5-4B48-1C97-8D7E-F506E9DE104B}"/>
          </ac:picMkLst>
        </pc:picChg>
        <pc:picChg chg="add del mod">
          <ac:chgData name="Dalton Hunter" userId="c67cf935-d0bb-4aef-b0f8-ded619c5a8b2" providerId="ADAL" clId="{03B7EC64-BECD-4824-9763-34B20A93C649}" dt="2026-05-05T23:48:46.088" v="11160" actId="478"/>
          <ac:picMkLst>
            <pc:docMk/>
            <pc:sldMk cId="651109894" sldId="321"/>
            <ac:picMk id="11" creationId="{E992BC6E-5B96-DC7B-2732-A472230B81D7}"/>
          </ac:picMkLst>
        </pc:picChg>
        <pc:picChg chg="add mod">
          <ac:chgData name="Dalton Hunter" userId="c67cf935-d0bb-4aef-b0f8-ded619c5a8b2" providerId="ADAL" clId="{03B7EC64-BECD-4824-9763-34B20A93C649}" dt="2026-05-06T12:53:53.231" v="11834" actId="1076"/>
          <ac:picMkLst>
            <pc:docMk/>
            <pc:sldMk cId="651109894" sldId="321"/>
            <ac:picMk id="18" creationId="{FFC7EBD2-3E5F-09E0-A20D-FB7770E630C2}"/>
          </ac:picMkLst>
        </pc:picChg>
      </pc:sldChg>
      <pc:sldChg chg="addSp delSp modSp add mod">
        <pc:chgData name="Dalton Hunter" userId="c67cf935-d0bb-4aef-b0f8-ded619c5a8b2" providerId="ADAL" clId="{03B7EC64-BECD-4824-9763-34B20A93C649}" dt="2026-05-06T20:01:28.277" v="11883"/>
        <pc:sldMkLst>
          <pc:docMk/>
          <pc:sldMk cId="1014427534" sldId="322"/>
        </pc:sldMkLst>
        <pc:spChg chg="add mod">
          <ac:chgData name="Dalton Hunter" userId="c67cf935-d0bb-4aef-b0f8-ded619c5a8b2" providerId="ADAL" clId="{03B7EC64-BECD-4824-9763-34B20A93C649}" dt="2026-05-06T12:45:45.458" v="11829" actId="1076"/>
          <ac:spMkLst>
            <pc:docMk/>
            <pc:sldMk cId="1014427534" sldId="322"/>
            <ac:spMk id="2" creationId="{0406FDE4-323E-EAF4-A327-76D5DFA82137}"/>
          </ac:spMkLst>
        </pc:spChg>
        <pc:spChg chg="add mod">
          <ac:chgData name="Dalton Hunter" userId="c67cf935-d0bb-4aef-b0f8-ded619c5a8b2" providerId="ADAL" clId="{03B7EC64-BECD-4824-9763-34B20A93C649}" dt="2026-05-06T20:01:28.277" v="11883"/>
          <ac:spMkLst>
            <pc:docMk/>
            <pc:sldMk cId="1014427534" sldId="322"/>
            <ac:spMk id="3" creationId="{2D2A9745-3754-3962-6FA1-793832037197}"/>
          </ac:spMkLst>
        </pc:spChg>
        <pc:spChg chg="mod">
          <ac:chgData name="Dalton Hunter" userId="c67cf935-d0bb-4aef-b0f8-ded619c5a8b2" providerId="ADAL" clId="{03B7EC64-BECD-4824-9763-34B20A93C649}" dt="2026-05-06T12:46:01.476" v="11833" actId="1076"/>
          <ac:spMkLst>
            <pc:docMk/>
            <pc:sldMk cId="1014427534" sldId="322"/>
            <ac:spMk id="5" creationId="{CBBA3365-2406-A5DC-5667-50E0B48BDA5D}"/>
          </ac:spMkLst>
        </pc:spChg>
        <pc:spChg chg="add del mod">
          <ac:chgData name="Dalton Hunter" userId="c67cf935-d0bb-4aef-b0f8-ded619c5a8b2" providerId="ADAL" clId="{03B7EC64-BECD-4824-9763-34B20A93C649}" dt="2026-04-21T23:33:40.966" v="7282" actId="207"/>
          <ac:spMkLst>
            <pc:docMk/>
            <pc:sldMk cId="1014427534" sldId="322"/>
            <ac:spMk id="6" creationId="{08463C6B-DEDB-19A6-918D-65BFA255E5F7}"/>
          </ac:spMkLst>
        </pc:spChg>
        <pc:spChg chg="add mod">
          <ac:chgData name="Dalton Hunter" userId="c67cf935-d0bb-4aef-b0f8-ded619c5a8b2" providerId="ADAL" clId="{03B7EC64-BECD-4824-9763-34B20A93C649}" dt="2026-05-05T23:43:16.823" v="11131"/>
          <ac:spMkLst>
            <pc:docMk/>
            <pc:sldMk cId="1014427534" sldId="322"/>
            <ac:spMk id="7" creationId="{2A36C36B-60CC-71F5-545B-0831CC6746E1}"/>
          </ac:spMkLst>
        </pc:spChg>
        <pc:spChg chg="add del mod">
          <ac:chgData name="Dalton Hunter" userId="c67cf935-d0bb-4aef-b0f8-ded619c5a8b2" providerId="ADAL" clId="{03B7EC64-BECD-4824-9763-34B20A93C649}" dt="2026-05-06T20:01:27.711" v="11882" actId="478"/>
          <ac:spMkLst>
            <pc:docMk/>
            <pc:sldMk cId="1014427534" sldId="322"/>
            <ac:spMk id="8" creationId="{A9D4AE54-336F-F894-7ADB-2EA4C62C6AEF}"/>
          </ac:spMkLst>
        </pc:spChg>
        <pc:spChg chg="add mod">
          <ac:chgData name="Dalton Hunter" userId="c67cf935-d0bb-4aef-b0f8-ded619c5a8b2" providerId="ADAL" clId="{03B7EC64-BECD-4824-9763-34B20A93C649}" dt="2026-04-22T00:48:13.919" v="7530" actId="20577"/>
          <ac:spMkLst>
            <pc:docMk/>
            <pc:sldMk cId="1014427534" sldId="322"/>
            <ac:spMk id="11" creationId="{09760431-FB28-9280-A630-DBD261158D2E}"/>
          </ac:spMkLst>
        </pc:spChg>
        <pc:spChg chg="mod">
          <ac:chgData name="Dalton Hunter" userId="c67cf935-d0bb-4aef-b0f8-ded619c5a8b2" providerId="ADAL" clId="{03B7EC64-BECD-4824-9763-34B20A93C649}" dt="2026-05-06T19:55:57.472" v="11871"/>
          <ac:spMkLst>
            <pc:docMk/>
            <pc:sldMk cId="1014427534" sldId="322"/>
            <ac:spMk id="14" creationId="{B4B5B4FD-C802-A31A-C35F-23A8A4A34DFE}"/>
          </ac:spMkLst>
        </pc:spChg>
        <pc:spChg chg="add mod">
          <ac:chgData name="Dalton Hunter" userId="c67cf935-d0bb-4aef-b0f8-ded619c5a8b2" providerId="ADAL" clId="{03B7EC64-BECD-4824-9763-34B20A93C649}" dt="2026-04-22T01:23:14.245" v="7784"/>
          <ac:spMkLst>
            <pc:docMk/>
            <pc:sldMk cId="1014427534" sldId="322"/>
            <ac:spMk id="15" creationId="{5BAAC55A-2E6E-D993-47D6-C84C970A3DC6}"/>
          </ac:spMkLst>
        </pc:spChg>
        <pc:spChg chg="add mod">
          <ac:chgData name="Dalton Hunter" userId="c67cf935-d0bb-4aef-b0f8-ded619c5a8b2" providerId="ADAL" clId="{03B7EC64-BECD-4824-9763-34B20A93C649}" dt="2026-05-06T12:44:05.003" v="11826" actId="20577"/>
          <ac:spMkLst>
            <pc:docMk/>
            <pc:sldMk cId="1014427534" sldId="322"/>
            <ac:spMk id="16" creationId="{875940E1-268B-E555-5412-FC79E9DD092F}"/>
          </ac:spMkLst>
        </pc:spChg>
        <pc:spChg chg="add del mod">
          <ac:chgData name="Dalton Hunter" userId="c67cf935-d0bb-4aef-b0f8-ded619c5a8b2" providerId="ADAL" clId="{03B7EC64-BECD-4824-9763-34B20A93C649}" dt="2026-05-06T00:56:50.684" v="11488" actId="478"/>
          <ac:spMkLst>
            <pc:docMk/>
            <pc:sldMk cId="1014427534" sldId="322"/>
            <ac:spMk id="17" creationId="{1246A899-FC6F-6D6B-7587-5A32F3CD635F}"/>
          </ac:spMkLst>
        </pc:spChg>
        <pc:spChg chg="add del mod">
          <ac:chgData name="Dalton Hunter" userId="c67cf935-d0bb-4aef-b0f8-ded619c5a8b2" providerId="ADAL" clId="{03B7EC64-BECD-4824-9763-34B20A93C649}" dt="2026-05-06T00:56:51.659" v="11489" actId="478"/>
          <ac:spMkLst>
            <pc:docMk/>
            <pc:sldMk cId="1014427534" sldId="322"/>
            <ac:spMk id="25" creationId="{42DB2763-2EDB-61D4-9B1F-82E31E7191B7}"/>
          </ac:spMkLst>
        </pc:spChg>
        <pc:picChg chg="add del mod">
          <ac:chgData name="Dalton Hunter" userId="c67cf935-d0bb-4aef-b0f8-ded619c5a8b2" providerId="ADAL" clId="{03B7EC64-BECD-4824-9763-34B20A93C649}" dt="2026-05-06T00:21:04.929" v="11427" actId="478"/>
          <ac:picMkLst>
            <pc:docMk/>
            <pc:sldMk cId="1014427534" sldId="322"/>
            <ac:picMk id="3" creationId="{DE450310-3100-8AD7-8775-16388A836B27}"/>
          </ac:picMkLst>
        </pc:picChg>
        <pc:picChg chg="add mod">
          <ac:chgData name="Dalton Hunter" userId="c67cf935-d0bb-4aef-b0f8-ded619c5a8b2" providerId="ADAL" clId="{03B7EC64-BECD-4824-9763-34B20A93C649}" dt="2026-05-06T12:45:43.990" v="11828" actId="1076"/>
          <ac:picMkLst>
            <pc:docMk/>
            <pc:sldMk cId="1014427534" sldId="322"/>
            <ac:picMk id="9" creationId="{8064F241-2DAD-5958-5DF3-4ED5AFD5D0E6}"/>
          </ac:picMkLst>
        </pc:picChg>
        <pc:picChg chg="add mod">
          <ac:chgData name="Dalton Hunter" userId="c67cf935-d0bb-4aef-b0f8-ded619c5a8b2" providerId="ADAL" clId="{03B7EC64-BECD-4824-9763-34B20A93C649}" dt="2026-05-06T12:45:57.503" v="11832" actId="1076"/>
          <ac:picMkLst>
            <pc:docMk/>
            <pc:sldMk cId="1014427534" sldId="322"/>
            <ac:picMk id="12" creationId="{EAA1A91A-EA8D-D31D-A760-872094D10A4C}"/>
          </ac:picMkLst>
        </pc:picChg>
        <pc:picChg chg="add del mod">
          <ac:chgData name="Dalton Hunter" userId="c67cf935-d0bb-4aef-b0f8-ded619c5a8b2" providerId="ADAL" clId="{03B7EC64-BECD-4824-9763-34B20A93C649}" dt="2026-05-06T00:21:05.852" v="11428" actId="478"/>
          <ac:picMkLst>
            <pc:docMk/>
            <pc:sldMk cId="1014427534" sldId="322"/>
            <ac:picMk id="13" creationId="{00BF9637-F26F-9F63-FFD9-DE6B9BB1D220}"/>
          </ac:picMkLst>
        </pc:picChg>
        <pc:picChg chg="add del mod">
          <ac:chgData name="Dalton Hunter" userId="c67cf935-d0bb-4aef-b0f8-ded619c5a8b2" providerId="ADAL" clId="{03B7EC64-BECD-4824-9763-34B20A93C649}" dt="2026-05-06T00:21:06.320" v="11429" actId="478"/>
          <ac:picMkLst>
            <pc:docMk/>
            <pc:sldMk cId="1014427534" sldId="322"/>
            <ac:picMk id="29" creationId="{9B06191A-DABD-2A71-AB66-BA17DED70B4A}"/>
          </ac:picMkLst>
        </pc:picChg>
      </pc:sldChg>
      <pc:sldChg chg="addSp delSp modSp add mod">
        <pc:chgData name="Dalton Hunter" userId="c67cf935-d0bb-4aef-b0f8-ded619c5a8b2" providerId="ADAL" clId="{03B7EC64-BECD-4824-9763-34B20A93C649}" dt="2026-05-06T20:03:42.736" v="11907" actId="20577"/>
        <pc:sldMkLst>
          <pc:docMk/>
          <pc:sldMk cId="2895219070" sldId="325"/>
        </pc:sldMkLst>
        <pc:spChg chg="add mod">
          <ac:chgData name="Dalton Hunter" userId="c67cf935-d0bb-4aef-b0f8-ded619c5a8b2" providerId="ADAL" clId="{03B7EC64-BECD-4824-9763-34B20A93C649}" dt="2026-05-06T20:03:42.736" v="11907" actId="20577"/>
          <ac:spMkLst>
            <pc:docMk/>
            <pc:sldMk cId="2895219070" sldId="325"/>
            <ac:spMk id="2" creationId="{E330B3A3-3F3F-101B-176C-2887BE92F294}"/>
          </ac:spMkLst>
        </pc:spChg>
        <pc:spChg chg="add mod">
          <ac:chgData name="Dalton Hunter" userId="c67cf935-d0bb-4aef-b0f8-ded619c5a8b2" providerId="ADAL" clId="{03B7EC64-BECD-4824-9763-34B20A93C649}" dt="2026-05-06T20:01:23.894" v="11881"/>
          <ac:spMkLst>
            <pc:docMk/>
            <pc:sldMk cId="2895219070" sldId="325"/>
            <ac:spMk id="3" creationId="{F97316B1-2218-2169-4C21-14DA27D7D2FB}"/>
          </ac:spMkLst>
        </pc:spChg>
        <pc:spChg chg="add mod">
          <ac:chgData name="Dalton Hunter" userId="c67cf935-d0bb-4aef-b0f8-ded619c5a8b2" providerId="ADAL" clId="{03B7EC64-BECD-4824-9763-34B20A93C649}" dt="2026-05-06T12:41:50.769" v="11787" actId="1076"/>
          <ac:spMkLst>
            <pc:docMk/>
            <pc:sldMk cId="2895219070" sldId="325"/>
            <ac:spMk id="6" creationId="{C8BA1235-51D8-6448-2AE8-AED80EF304FC}"/>
          </ac:spMkLst>
        </pc:spChg>
        <pc:spChg chg="del mod">
          <ac:chgData name="Dalton Hunter" userId="c67cf935-d0bb-4aef-b0f8-ded619c5a8b2" providerId="ADAL" clId="{03B7EC64-BECD-4824-9763-34B20A93C649}" dt="2026-05-06T00:01:05.776" v="11279" actId="478"/>
          <ac:spMkLst>
            <pc:docMk/>
            <pc:sldMk cId="2895219070" sldId="325"/>
            <ac:spMk id="7" creationId="{69FFE1F2-103E-856B-E2A1-665E873C99A8}"/>
          </ac:spMkLst>
        </pc:spChg>
        <pc:spChg chg="del mod">
          <ac:chgData name="Dalton Hunter" userId="c67cf935-d0bb-4aef-b0f8-ded619c5a8b2" providerId="ADAL" clId="{03B7EC64-BECD-4824-9763-34B20A93C649}" dt="2026-05-06T20:01:23.408" v="11880" actId="478"/>
          <ac:spMkLst>
            <pc:docMk/>
            <pc:sldMk cId="2895219070" sldId="325"/>
            <ac:spMk id="8" creationId="{F5E9B607-FB95-3A1C-ACAA-BC966D2E9052}"/>
          </ac:spMkLst>
        </pc:spChg>
        <pc:spChg chg="mod">
          <ac:chgData name="Dalton Hunter" userId="c67cf935-d0bb-4aef-b0f8-ded619c5a8b2" providerId="ADAL" clId="{03B7EC64-BECD-4824-9763-34B20A93C649}" dt="2026-05-05T23:43:16.823" v="11131"/>
          <ac:spMkLst>
            <pc:docMk/>
            <pc:sldMk cId="2895219070" sldId="325"/>
            <ac:spMk id="13" creationId="{60FBA192-6E83-1BFB-6D07-FEEBEFF0D452}"/>
          </ac:spMkLst>
        </pc:spChg>
        <pc:spChg chg="mod">
          <ac:chgData name="Dalton Hunter" userId="c67cf935-d0bb-4aef-b0f8-ded619c5a8b2" providerId="ADAL" clId="{03B7EC64-BECD-4824-9763-34B20A93C649}" dt="2026-05-06T19:55:57.472" v="11871"/>
          <ac:spMkLst>
            <pc:docMk/>
            <pc:sldMk cId="2895219070" sldId="325"/>
            <ac:spMk id="14" creationId="{7E72BE81-9626-BF14-F0AB-C1919C4D933F}"/>
          </ac:spMkLst>
        </pc:spChg>
        <pc:picChg chg="add del mod">
          <ac:chgData name="Dalton Hunter" userId="c67cf935-d0bb-4aef-b0f8-ded619c5a8b2" providerId="ADAL" clId="{03B7EC64-BECD-4824-9763-34B20A93C649}" dt="2026-05-06T00:03:09.759" v="11319" actId="478"/>
          <ac:picMkLst>
            <pc:docMk/>
            <pc:sldMk cId="2895219070" sldId="325"/>
            <ac:picMk id="4" creationId="{AF527CB3-A996-6558-B355-240529B37644}"/>
          </ac:picMkLst>
        </pc:picChg>
        <pc:picChg chg="add del mod modCrop">
          <ac:chgData name="Dalton Hunter" userId="c67cf935-d0bb-4aef-b0f8-ded619c5a8b2" providerId="ADAL" clId="{03B7EC64-BECD-4824-9763-34B20A93C649}" dt="2026-05-06T00:01:05.038" v="11278" actId="478"/>
          <ac:picMkLst>
            <pc:docMk/>
            <pc:sldMk cId="2895219070" sldId="325"/>
            <ac:picMk id="9" creationId="{D9726163-9E57-3F32-70BA-18916F50A08B}"/>
          </ac:picMkLst>
        </pc:picChg>
        <pc:picChg chg="add del mod">
          <ac:chgData name="Dalton Hunter" userId="c67cf935-d0bb-4aef-b0f8-ded619c5a8b2" providerId="ADAL" clId="{03B7EC64-BECD-4824-9763-34B20A93C649}" dt="2026-05-06T00:20:24.077" v="11420" actId="478"/>
          <ac:picMkLst>
            <pc:docMk/>
            <pc:sldMk cId="2895219070" sldId="325"/>
            <ac:picMk id="10" creationId="{511C4D3D-E00D-9A2B-4A79-8082F712B9C7}"/>
          </ac:picMkLst>
        </pc:picChg>
        <pc:picChg chg="add mod">
          <ac:chgData name="Dalton Hunter" userId="c67cf935-d0bb-4aef-b0f8-ded619c5a8b2" providerId="ADAL" clId="{03B7EC64-BECD-4824-9763-34B20A93C649}" dt="2026-05-06T01:47:02.937" v="11659" actId="1076"/>
          <ac:picMkLst>
            <pc:docMk/>
            <pc:sldMk cId="2895219070" sldId="325"/>
            <ac:picMk id="16" creationId="{90392379-2378-6FCB-7614-C5C889CFE044}"/>
          </ac:picMkLst>
        </pc:picChg>
      </pc:sldChg>
      <pc:sldChg chg="addSp delSp modSp add del mod">
        <pc:chgData name="Dalton Hunter" userId="c67cf935-d0bb-4aef-b0f8-ded619c5a8b2" providerId="ADAL" clId="{03B7EC64-BECD-4824-9763-34B20A93C649}" dt="2026-05-06T01:27:32.919" v="11595" actId="47"/>
        <pc:sldMkLst>
          <pc:docMk/>
          <pc:sldMk cId="3020525165" sldId="326"/>
        </pc:sldMkLst>
        <pc:spChg chg="mod">
          <ac:chgData name="Dalton Hunter" userId="c67cf935-d0bb-4aef-b0f8-ded619c5a8b2" providerId="ADAL" clId="{03B7EC64-BECD-4824-9763-34B20A93C649}" dt="2026-05-05T23:43:16.823" v="11131"/>
          <ac:spMkLst>
            <pc:docMk/>
            <pc:sldMk cId="3020525165" sldId="326"/>
            <ac:spMk id="15" creationId="{CB8B6899-0C09-6E26-1B74-F9C81CB952E7}"/>
          </ac:spMkLst>
        </pc:spChg>
        <pc:picChg chg="add del mod">
          <ac:chgData name="Dalton Hunter" userId="c67cf935-d0bb-4aef-b0f8-ded619c5a8b2" providerId="ADAL" clId="{03B7EC64-BECD-4824-9763-34B20A93C649}" dt="2026-05-05T23:48:42.643" v="11158" actId="478"/>
          <ac:picMkLst>
            <pc:docMk/>
            <pc:sldMk cId="3020525165" sldId="326"/>
            <ac:picMk id="7" creationId="{5732AEE7-E349-FF83-CC88-65F090809631}"/>
          </ac:picMkLst>
        </pc:picChg>
      </pc:sldChg>
      <pc:sldChg chg="addSp delSp modSp add mod">
        <pc:chgData name="Dalton Hunter" userId="c67cf935-d0bb-4aef-b0f8-ded619c5a8b2" providerId="ADAL" clId="{03B7EC64-BECD-4824-9763-34B20A93C649}" dt="2026-05-06T20:13:42.006" v="11910" actId="207"/>
        <pc:sldMkLst>
          <pc:docMk/>
          <pc:sldMk cId="3273272679" sldId="327"/>
        </pc:sldMkLst>
        <pc:spChg chg="add mod">
          <ac:chgData name="Dalton Hunter" userId="c67cf935-d0bb-4aef-b0f8-ded619c5a8b2" providerId="ADAL" clId="{03B7EC64-BECD-4824-9763-34B20A93C649}" dt="2026-05-06T20:01:31.935" v="11885"/>
          <ac:spMkLst>
            <pc:docMk/>
            <pc:sldMk cId="3273272679" sldId="327"/>
            <ac:spMk id="2" creationId="{2239D414-470C-F1EE-7E40-D22E7BE45E12}"/>
          </ac:spMkLst>
        </pc:spChg>
        <pc:spChg chg="add del mod">
          <ac:chgData name="Dalton Hunter" userId="c67cf935-d0bb-4aef-b0f8-ded619c5a8b2" providerId="ADAL" clId="{03B7EC64-BECD-4824-9763-34B20A93C649}" dt="2026-05-06T00:25:03.309" v="11481" actId="478"/>
          <ac:spMkLst>
            <pc:docMk/>
            <pc:sldMk cId="3273272679" sldId="327"/>
            <ac:spMk id="2" creationId="{427B1EE1-14C5-1553-30FF-959F1CF2B49A}"/>
          </ac:spMkLst>
        </pc:spChg>
        <pc:spChg chg="add mod">
          <ac:chgData name="Dalton Hunter" userId="c67cf935-d0bb-4aef-b0f8-ded619c5a8b2" providerId="ADAL" clId="{03B7EC64-BECD-4824-9763-34B20A93C649}" dt="2026-05-06T20:13:42.006" v="11910" actId="207"/>
          <ac:spMkLst>
            <pc:docMk/>
            <pc:sldMk cId="3273272679" sldId="327"/>
            <ac:spMk id="3" creationId="{A4A5074E-CECF-0A34-FE4A-C56CB398704D}"/>
          </ac:spMkLst>
        </pc:spChg>
        <pc:spChg chg="mod">
          <ac:chgData name="Dalton Hunter" userId="c67cf935-d0bb-4aef-b0f8-ded619c5a8b2" providerId="ADAL" clId="{03B7EC64-BECD-4824-9763-34B20A93C649}" dt="2026-05-05T23:43:16.823" v="11131"/>
          <ac:spMkLst>
            <pc:docMk/>
            <pc:sldMk cId="3273272679" sldId="327"/>
            <ac:spMk id="7" creationId="{49711439-44CD-E763-B2E8-4DC1074AC99A}"/>
          </ac:spMkLst>
        </pc:spChg>
        <pc:spChg chg="del mod">
          <ac:chgData name="Dalton Hunter" userId="c67cf935-d0bb-4aef-b0f8-ded619c5a8b2" providerId="ADAL" clId="{03B7EC64-BECD-4824-9763-34B20A93C649}" dt="2026-05-06T20:01:31.540" v="11884" actId="478"/>
          <ac:spMkLst>
            <pc:docMk/>
            <pc:sldMk cId="3273272679" sldId="327"/>
            <ac:spMk id="8" creationId="{EA491A22-CA3D-9D3E-E9F4-8B03FEC4206E}"/>
          </ac:spMkLst>
        </pc:spChg>
        <pc:spChg chg="add mod">
          <ac:chgData name="Dalton Hunter" userId="c67cf935-d0bb-4aef-b0f8-ded619c5a8b2" providerId="ADAL" clId="{03B7EC64-BECD-4824-9763-34B20A93C649}" dt="2026-05-06T14:15:28.620" v="11859" actId="1076"/>
          <ac:spMkLst>
            <pc:docMk/>
            <pc:sldMk cId="3273272679" sldId="327"/>
            <ac:spMk id="13" creationId="{E03A3B32-0143-FE04-5A6C-67F0507C226D}"/>
          </ac:spMkLst>
        </pc:spChg>
        <pc:spChg chg="mod">
          <ac:chgData name="Dalton Hunter" userId="c67cf935-d0bb-4aef-b0f8-ded619c5a8b2" providerId="ADAL" clId="{03B7EC64-BECD-4824-9763-34B20A93C649}" dt="2026-05-06T19:55:57.472" v="11871"/>
          <ac:spMkLst>
            <pc:docMk/>
            <pc:sldMk cId="3273272679" sldId="327"/>
            <ac:spMk id="14" creationId="{2E3F3074-5D77-1311-831C-EFFB06607389}"/>
          </ac:spMkLst>
        </pc:spChg>
        <pc:spChg chg="add mod">
          <ac:chgData name="Dalton Hunter" userId="c67cf935-d0bb-4aef-b0f8-ded619c5a8b2" providerId="ADAL" clId="{03B7EC64-BECD-4824-9763-34B20A93C649}" dt="2026-05-06T14:14:56.096" v="11855" actId="1076"/>
          <ac:spMkLst>
            <pc:docMk/>
            <pc:sldMk cId="3273272679" sldId="327"/>
            <ac:spMk id="16" creationId="{99519E0B-FBD0-BDE8-9895-887F742738EB}"/>
          </ac:spMkLst>
        </pc:spChg>
        <pc:spChg chg="add mod">
          <ac:chgData name="Dalton Hunter" userId="c67cf935-d0bb-4aef-b0f8-ded619c5a8b2" providerId="ADAL" clId="{03B7EC64-BECD-4824-9763-34B20A93C649}" dt="2026-05-06T14:11:56.670" v="11849" actId="1076"/>
          <ac:spMkLst>
            <pc:docMk/>
            <pc:sldMk cId="3273272679" sldId="327"/>
            <ac:spMk id="20" creationId="{A604BAF3-06C0-39C4-75CE-68D745286F9B}"/>
          </ac:spMkLst>
        </pc:spChg>
        <pc:picChg chg="add del mod">
          <ac:chgData name="Dalton Hunter" userId="c67cf935-d0bb-4aef-b0f8-ded619c5a8b2" providerId="ADAL" clId="{03B7EC64-BECD-4824-9763-34B20A93C649}" dt="2026-05-06T00:25:02.413" v="11480" actId="478"/>
          <ac:picMkLst>
            <pc:docMk/>
            <pc:sldMk cId="3273272679" sldId="327"/>
            <ac:picMk id="4" creationId="{C154F1F2-3082-02CC-B382-163625A1CCC9}"/>
          </ac:picMkLst>
        </pc:picChg>
        <pc:picChg chg="add mod">
          <ac:chgData name="Dalton Hunter" userId="c67cf935-d0bb-4aef-b0f8-ded619c5a8b2" providerId="ADAL" clId="{03B7EC64-BECD-4824-9763-34B20A93C649}" dt="2026-05-06T14:15:21.737" v="11856" actId="14861"/>
          <ac:picMkLst>
            <pc:docMk/>
            <pc:sldMk cId="3273272679" sldId="327"/>
            <ac:picMk id="4" creationId="{D9BF4F4D-3DDB-CECE-9CB0-6822F7CDEABF}"/>
          </ac:picMkLst>
        </pc:picChg>
        <pc:picChg chg="add mod">
          <ac:chgData name="Dalton Hunter" userId="c67cf935-d0bb-4aef-b0f8-ded619c5a8b2" providerId="ADAL" clId="{03B7EC64-BECD-4824-9763-34B20A93C649}" dt="2026-05-06T14:15:27.398" v="11858" actId="1076"/>
          <ac:picMkLst>
            <pc:docMk/>
            <pc:sldMk cId="3273272679" sldId="327"/>
            <ac:picMk id="9" creationId="{0FEA36C2-6A70-C1F6-0C9F-C83C4FFF4A56}"/>
          </ac:picMkLst>
        </pc:picChg>
        <pc:picChg chg="add del mod">
          <ac:chgData name="Dalton Hunter" userId="c67cf935-d0bb-4aef-b0f8-ded619c5a8b2" providerId="ADAL" clId="{03B7EC64-BECD-4824-9763-34B20A93C649}" dt="2026-05-06T01:09:43.612" v="11512" actId="478"/>
          <ac:picMkLst>
            <pc:docMk/>
            <pc:sldMk cId="3273272679" sldId="327"/>
            <ac:picMk id="12" creationId="{4E6D1F20-6A6E-B5EB-96C4-FC24D4E01221}"/>
          </ac:picMkLst>
        </pc:picChg>
        <pc:picChg chg="add mod">
          <ac:chgData name="Dalton Hunter" userId="c67cf935-d0bb-4aef-b0f8-ded619c5a8b2" providerId="ADAL" clId="{03B7EC64-BECD-4824-9763-34B20A93C649}" dt="2026-05-06T14:15:32.798" v="11861" actId="1076"/>
          <ac:picMkLst>
            <pc:docMk/>
            <pc:sldMk cId="3273272679" sldId="327"/>
            <ac:picMk id="12" creationId="{F29697F4-950F-C0BD-CE9E-D3C30C1AF846}"/>
          </ac:picMkLst>
        </pc:picChg>
        <pc:picChg chg="add del mod">
          <ac:chgData name="Dalton Hunter" userId="c67cf935-d0bb-4aef-b0f8-ded619c5a8b2" providerId="ADAL" clId="{03B7EC64-BECD-4824-9763-34B20A93C649}" dt="2026-05-06T01:09:44.716" v="11513" actId="478"/>
          <ac:picMkLst>
            <pc:docMk/>
            <pc:sldMk cId="3273272679" sldId="327"/>
            <ac:picMk id="28" creationId="{1C6EC583-AC09-A978-88E4-A4F1CF8158D6}"/>
          </ac:picMkLst>
        </pc:picChg>
      </pc:sldChg>
      <pc:sldMasterChg chg="setBg modSldLayout">
        <pc:chgData name="Dalton Hunter" userId="c67cf935-d0bb-4aef-b0f8-ded619c5a8b2" providerId="ADAL" clId="{03B7EC64-BECD-4824-9763-34B20A93C649}" dt="2026-04-21T22:17:56.195" v="6933" actId="21"/>
        <pc:sldMasterMkLst>
          <pc:docMk/>
          <pc:sldMasterMk cId="408965317" sldId="2147483660"/>
        </pc:sldMasterMkLst>
        <pc:sldLayoutChg chg="modSp mod">
          <pc:chgData name="Dalton Hunter" userId="c67cf935-d0bb-4aef-b0f8-ded619c5a8b2" providerId="ADAL" clId="{03B7EC64-BECD-4824-9763-34B20A93C649}" dt="2026-04-21T20:40:36.072" v="6524" actId="1076"/>
          <pc:sldLayoutMkLst>
            <pc:docMk/>
            <pc:sldMasterMk cId="408965317" sldId="2147483660"/>
            <pc:sldLayoutMk cId="3151366526" sldId="2147483662"/>
          </pc:sldLayoutMkLst>
          <pc:spChg chg="mod">
            <ac:chgData name="Dalton Hunter" userId="c67cf935-d0bb-4aef-b0f8-ded619c5a8b2" providerId="ADAL" clId="{03B7EC64-BECD-4824-9763-34B20A93C649}" dt="2026-04-21T20:40:36.072" v="6524" actId="1076"/>
            <ac:spMkLst>
              <pc:docMk/>
              <pc:sldMasterMk cId="408965317" sldId="2147483660"/>
              <pc:sldLayoutMk cId="3151366526" sldId="2147483662"/>
              <ac:spMk id="2" creationId="{00000000-0000-0000-0000-000000000000}"/>
            </ac:spMkLst>
          </pc:spChg>
        </pc:sldLayoutChg>
        <pc:sldLayoutChg chg="addSp delSp modSp mod setBg">
          <pc:chgData name="Dalton Hunter" userId="c67cf935-d0bb-4aef-b0f8-ded619c5a8b2" providerId="ADAL" clId="{03B7EC64-BECD-4824-9763-34B20A93C649}" dt="2026-04-21T22:17:56.195" v="6933" actId="21"/>
          <pc:sldLayoutMkLst>
            <pc:docMk/>
            <pc:sldMasterMk cId="408965317" sldId="2147483660"/>
            <pc:sldLayoutMk cId="4291511769" sldId="214748366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BC5F16-0C94-49DC-85C9-ED233CC4E4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807ACA-3873-418D-BA4A-8C66F444C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11E92D-8763-4C15-8193-A0390DE80F27}" type="datetimeFigureOut">
              <a:rPr lang="en-US" smtClean="0"/>
              <a:t>5/6/2026</a:t>
            </a:fld>
            <a:endParaRPr lang="en-US"/>
          </a:p>
        </p:txBody>
      </p:sp>
      <p:sp>
        <p:nvSpPr>
          <p:cNvPr id="4" name="Footer Placeholder 3">
            <a:extLst>
              <a:ext uri="{FF2B5EF4-FFF2-40B4-BE49-F238E27FC236}">
                <a16:creationId xmlns:a16="http://schemas.microsoft.com/office/drawing/2014/main" id="{A555B203-2B2B-4C6A-9D83-921B4B4A97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C33519-2050-4D30-A51D-D793EB5C1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A63569-33A9-4D7D-B19E-BEBF67649C13}" type="slidenum">
              <a:rPr lang="en-US" smtClean="0"/>
              <a:t>‹#›</a:t>
            </a:fld>
            <a:endParaRPr lang="en-US"/>
          </a:p>
        </p:txBody>
      </p:sp>
    </p:spTree>
    <p:extLst>
      <p:ext uri="{BB962C8B-B14F-4D97-AF65-F5344CB8AC3E}">
        <p14:creationId xmlns:p14="http://schemas.microsoft.com/office/powerpoint/2010/main" val="31666366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3DDAA-71C2-43B6-AB55-8AF4BF1425D5}" type="datetimeFigureOut">
              <a:rPr lang="en-US" smtClean="0"/>
              <a:t>5/6/2026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D8632E-354B-4F65-A12C-63405E44FFA8}" type="slidenum">
              <a:rPr lang="en-US" smtClean="0"/>
              <a:t>‹#›</a:t>
            </a:fld>
            <a:endParaRPr lang="en-US"/>
          </a:p>
        </p:txBody>
      </p:sp>
    </p:spTree>
    <p:extLst>
      <p:ext uri="{BB962C8B-B14F-4D97-AF65-F5344CB8AC3E}">
        <p14:creationId xmlns:p14="http://schemas.microsoft.com/office/powerpoint/2010/main" val="17525106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203D0D-3858-445B-A39E-0DE07CFF2FA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41E22-1F1F-40D8-97FA-F8E75C94F929}" type="slidenum">
              <a:rPr lang="en-US" smtClean="0"/>
              <a:t>‹#›</a:t>
            </a:fld>
            <a:endParaRPr lang="en-US"/>
          </a:p>
        </p:txBody>
      </p:sp>
      <p:pic>
        <p:nvPicPr>
          <p:cNvPr id="10" name="Picture 9">
            <a:extLst>
              <a:ext uri="{FF2B5EF4-FFF2-40B4-BE49-F238E27FC236}">
                <a16:creationId xmlns:a16="http://schemas.microsoft.com/office/drawing/2014/main" id="{2003A7BB-3F2C-4AA9-BB0F-2A44100597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772400" cy="914400"/>
          </a:xfrm>
          <a:prstGeom prst="rect">
            <a:avLst/>
          </a:prstGeom>
        </p:spPr>
      </p:pic>
    </p:spTree>
    <p:extLst>
      <p:ext uri="{BB962C8B-B14F-4D97-AF65-F5344CB8AC3E}">
        <p14:creationId xmlns:p14="http://schemas.microsoft.com/office/powerpoint/2010/main" val="3049454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2E7D925-2F75-49E2-8827-22826CADDEC2}"/>
              </a:ext>
            </a:extLst>
          </p:cNvPr>
          <p:cNvCxnSpPr>
            <a:cxnSpLocks/>
          </p:cNvCxnSpPr>
          <p:nvPr userDrawn="1"/>
        </p:nvCxnSpPr>
        <p:spPr>
          <a:xfrm>
            <a:off x="457200" y="8790191"/>
            <a:ext cx="685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51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72400" cy="1944159"/>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203D0D-3858-445B-A39E-0DE07CFF2FA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41E22-1F1F-40D8-97FA-F8E75C94F929}" type="slidenum">
              <a:rPr lang="en-US" smtClean="0"/>
              <a:t>‹#›</a:t>
            </a:fld>
            <a:endParaRPr lang="en-US"/>
          </a:p>
        </p:txBody>
      </p:sp>
    </p:spTree>
    <p:extLst>
      <p:ext uri="{BB962C8B-B14F-4D97-AF65-F5344CB8AC3E}">
        <p14:creationId xmlns:p14="http://schemas.microsoft.com/office/powerpoint/2010/main" val="31513665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latin typeface="Arial" panose="020B0604020202020204" pitchFamily="34" charset="0"/>
                <a:cs typeface="Arial" panose="020B0604020202020204" pitchFamily="34" charset="0"/>
              </a:defRPr>
            </a:lvl1pPr>
          </a:lstStyle>
          <a:p>
            <a:fld id="{2A203D0D-3858-445B-A39E-0DE07CFF2FA9}" type="datetimeFigureOut">
              <a:rPr lang="en-US" smtClean="0"/>
              <a:pPr/>
              <a:t>5/6/2026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latin typeface="Arial" panose="020B0604020202020204" pitchFamily="34" charset="0"/>
                <a:cs typeface="Arial" panose="020B0604020202020204" pitchFamily="34" charset="0"/>
              </a:defRPr>
            </a:lvl1pPr>
          </a:lstStyle>
          <a:p>
            <a:fld id="{5BC41E22-1F1F-40D8-97FA-F8E75C94F929}" type="slidenum">
              <a:rPr lang="en-US" smtClean="0"/>
              <a:pPr/>
              <a:t>‹#›</a:t>
            </a:fld>
            <a:endParaRPr lang="en-US"/>
          </a:p>
        </p:txBody>
      </p:sp>
    </p:spTree>
    <p:extLst>
      <p:ext uri="{BB962C8B-B14F-4D97-AF65-F5344CB8AC3E}">
        <p14:creationId xmlns:p14="http://schemas.microsoft.com/office/powerpoint/2010/main" val="408965317"/>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Lst>
  <p:txStyles>
    <p:title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p:titleStyle>
    <p:bodyStyle>
      <a:lvl1pPr marL="194310" indent="-194310" algn="l" defTabSz="777240" rtl="0" eaLnBrk="1" latinLnBrk="0" hangingPunct="1">
        <a:lnSpc>
          <a:spcPct val="90000"/>
        </a:lnSpc>
        <a:spcBef>
          <a:spcPts val="850"/>
        </a:spcBef>
        <a:buClr>
          <a:schemeClr val="tx2">
            <a:lumMod val="60000"/>
            <a:lumOff val="40000"/>
          </a:schemeClr>
        </a:buClr>
        <a:buSzPct val="110000"/>
        <a:buFont typeface="Wingdings" panose="05000000000000000000" pitchFamily="2" charset="2"/>
        <a:buChar char="§"/>
        <a:defRPr sz="2380" kern="1200">
          <a:solidFill>
            <a:schemeClr val="tx1"/>
          </a:solidFill>
          <a:latin typeface="Arial" panose="020B0604020202020204" pitchFamily="34" charset="0"/>
          <a:ea typeface="+mn-ea"/>
          <a:cs typeface="Arial" panose="020B0604020202020204" pitchFamily="34" charset="0"/>
        </a:defRPr>
      </a:lvl1pPr>
      <a:lvl2pPr marL="58293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2040" kern="1200">
          <a:solidFill>
            <a:schemeClr val="tx1"/>
          </a:solidFill>
          <a:latin typeface="Arial" panose="020B0604020202020204" pitchFamily="34" charset="0"/>
          <a:ea typeface="+mn-ea"/>
          <a:cs typeface="Arial" panose="020B0604020202020204" pitchFamily="34" charset="0"/>
        </a:defRPr>
      </a:lvl2pPr>
      <a:lvl3pPr marL="97155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700" kern="1200">
          <a:solidFill>
            <a:schemeClr val="tx1"/>
          </a:solidFill>
          <a:latin typeface="Arial" panose="020B0604020202020204" pitchFamily="34" charset="0"/>
          <a:ea typeface="+mn-ea"/>
          <a:cs typeface="Arial" panose="020B0604020202020204" pitchFamily="34" charset="0"/>
        </a:defRPr>
      </a:lvl3pPr>
      <a:lvl4pPr marL="136017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530" kern="1200">
          <a:solidFill>
            <a:schemeClr val="tx1"/>
          </a:solidFill>
          <a:latin typeface="Arial" panose="020B0604020202020204" pitchFamily="34" charset="0"/>
          <a:ea typeface="+mn-ea"/>
          <a:cs typeface="Arial" panose="020B0604020202020204" pitchFamily="34" charset="0"/>
        </a:defRPr>
      </a:lvl4pPr>
      <a:lvl5pPr marL="174879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530" kern="1200">
          <a:solidFill>
            <a:schemeClr val="tx1"/>
          </a:solidFill>
          <a:latin typeface="Arial" panose="020B0604020202020204" pitchFamily="34" charset="0"/>
          <a:ea typeface="+mn-ea"/>
          <a:cs typeface="Arial" panose="020B0604020202020204" pitchFamily="34"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cybersecuritydive.com/news/what-we-know-about-the-cybercrime-group-scattered-spider/756312/" TargetMode="External"/><Relationship Id="rId2" Type="http://schemas.openxmlformats.org/officeDocument/2006/relationships/hyperlink" Target="https://www.trellix.com/blogs/research/scattered-spider-the-modus-operandi/"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www.reuters.com/technology/moodys-says-breach-mgm-is-credit-negative-disruption-lingers-2023-09-13/" TargetMode="External"/><Relationship Id="rId7" Type="http://schemas.openxmlformats.org/officeDocument/2006/relationships/image" Target="../media/image6.png"/><Relationship Id="rId2" Type="http://schemas.openxmlformats.org/officeDocument/2006/relationships/hyperlink" Target="https://www.sans.org/blog/shaking-up-ransomware-game-introducing-scattered-spider" TargetMode="External"/><Relationship Id="rId1" Type="http://schemas.openxmlformats.org/officeDocument/2006/relationships/slideLayout" Target="../slideLayouts/slideLayout2.xml"/><Relationship Id="rId6" Type="http://schemas.openxmlformats.org/officeDocument/2006/relationships/hyperlink" Target="https://www.techtarget.com/searchsecurity/news/366552775/Okta-Caesars-MGM-hacked-in-social-engineering-campaign"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ttack.mitre.org/groups/G1015/"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techtarget.com/searchsecurity/news/366552775/Okta-Caesars-MGM-hacked-in-social-engineering-campaign" TargetMode="External"/><Relationship Id="rId2" Type="http://schemas.openxmlformats.org/officeDocument/2006/relationships/hyperlink" Target="https://www.cisa.gov/news-events/cybersecurity-advisories/aa22-108a" TargetMode="Externa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brandefense.io/blog/scattered-spider-apt-2025/" TargetMode="External"/><Relationship Id="rId7" Type="http://schemas.openxmlformats.org/officeDocument/2006/relationships/hyperlink" Target="https://thehackernews.com/2025/06/fbi-warns-of-scattered-spiders.html" TargetMode="External"/><Relationship Id="rId2" Type="http://schemas.openxmlformats.org/officeDocument/2006/relationships/hyperlink" Target="https://www.splunk.com/en_us/blog/learn/scattered-spider.html"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69F3B4-AE1F-F084-40B4-D1B7AE940943}"/>
              </a:ext>
            </a:extLst>
          </p:cNvPr>
          <p:cNvSpPr txBox="1"/>
          <p:nvPr/>
        </p:nvSpPr>
        <p:spPr>
          <a:xfrm>
            <a:off x="0" y="0"/>
            <a:ext cx="7772400" cy="10064294"/>
          </a:xfrm>
          <a:prstGeom prst="rect">
            <a:avLst/>
          </a:prstGeom>
          <a:solidFill>
            <a:schemeClr val="bg1">
              <a:lumMod val="75000"/>
            </a:schemeClr>
          </a:solidFill>
          <a:ln w="9525">
            <a:solidFill>
              <a:schemeClr val="tx1"/>
            </a:solidFill>
            <a:prstDash val="solid"/>
          </a:ln>
        </p:spPr>
        <p:txBody>
          <a:bodyPr wrap="square" rtlCol="0">
            <a:spAutoFit/>
          </a:bodyPr>
          <a:lstStyle/>
          <a:p>
            <a:endParaRPr lang="en-US" sz="3600" b="1" dirty="0">
              <a:solidFill>
                <a:schemeClr val="bg1">
                  <a:lumMod val="50000"/>
                </a:schemeClr>
              </a:solidFill>
            </a:endParaRPr>
          </a:p>
          <a:p>
            <a:pPr algn="ctr"/>
            <a:endParaRPr lang="en-US" sz="3600" b="1" dirty="0"/>
          </a:p>
          <a:p>
            <a:pPr algn="ctr"/>
            <a:endParaRPr lang="en-US" sz="3600" b="1" dirty="0"/>
          </a:p>
          <a:p>
            <a:pPr algn="ctr"/>
            <a:endParaRPr lang="en-US" sz="3600" b="1" dirty="0"/>
          </a:p>
          <a:p>
            <a:pPr algn="ctr"/>
            <a:endParaRPr lang="en-US" sz="3600" b="1" dirty="0"/>
          </a:p>
          <a:p>
            <a:r>
              <a:rPr lang="en-US" sz="3600" b="1" dirty="0"/>
              <a:t>	</a:t>
            </a:r>
            <a:r>
              <a:rPr lang="en-US" sz="3200" b="1" dirty="0"/>
              <a:t>Threat Intelligence Report</a:t>
            </a:r>
          </a:p>
          <a:p>
            <a:r>
              <a:rPr lang="en-US" sz="3600" b="1" dirty="0">
                <a:solidFill>
                  <a:schemeClr val="bg1">
                    <a:lumMod val="50000"/>
                  </a:schemeClr>
                </a:solidFill>
              </a:rPr>
              <a:t>	</a:t>
            </a:r>
            <a:r>
              <a:rPr lang="en-US" sz="3200" b="1" dirty="0">
                <a:solidFill>
                  <a:schemeClr val="bg1">
                    <a:lumMod val="50000"/>
                  </a:schemeClr>
                </a:solidFill>
              </a:rPr>
              <a:t>Scattered Spider</a:t>
            </a:r>
          </a:p>
          <a:p>
            <a:pPr algn="ctr"/>
            <a:endParaRPr lang="en-US" sz="3600" b="1" dirty="0">
              <a:solidFill>
                <a:schemeClr val="bg1">
                  <a:lumMod val="50000"/>
                </a:schemeClr>
              </a:solidFill>
            </a:endParaRPr>
          </a:p>
          <a:p>
            <a:pPr>
              <a:lnSpc>
                <a:spcPct val="150000"/>
              </a:lnSpc>
            </a:pPr>
            <a:r>
              <a:rPr lang="en-US" sz="2000" b="1" dirty="0"/>
              <a:t>	Date: </a:t>
            </a:r>
            <a:r>
              <a:rPr lang="en-US" dirty="0"/>
              <a:t>06MAY2026</a:t>
            </a:r>
            <a:br>
              <a:rPr lang="en-US" b="1" dirty="0"/>
            </a:br>
            <a:r>
              <a:rPr lang="en-US" b="1" dirty="0"/>
              <a:t>	</a:t>
            </a:r>
            <a:r>
              <a:rPr lang="en-US" sz="2000" b="1" dirty="0"/>
              <a:t>Report Type: </a:t>
            </a:r>
            <a:r>
              <a:rPr lang="en-US" dirty="0"/>
              <a:t>Portfolio</a:t>
            </a:r>
            <a:br>
              <a:rPr lang="en-US" b="1" dirty="0"/>
            </a:br>
            <a:r>
              <a:rPr lang="en-US" b="1" dirty="0"/>
              <a:t>	</a:t>
            </a:r>
            <a:r>
              <a:rPr lang="en-US" sz="2000" b="1" dirty="0"/>
              <a:t>Focus: </a:t>
            </a:r>
            <a:r>
              <a:rPr lang="en-US" dirty="0"/>
              <a:t>Threat Actor Analysis</a:t>
            </a:r>
            <a:br>
              <a:rPr lang="en-US" dirty="0"/>
            </a:br>
            <a:r>
              <a:rPr lang="en-US" dirty="0"/>
              <a:t>	</a:t>
            </a:r>
            <a:r>
              <a:rPr lang="en-US" sz="2000" b="1" dirty="0"/>
              <a:t>Prepared By: </a:t>
            </a:r>
            <a:r>
              <a:rPr lang="en-US" dirty="0"/>
              <a:t>Dalton Hunter</a:t>
            </a:r>
            <a:br>
              <a:rPr lang="en-US" b="1" dirty="0"/>
            </a:br>
            <a:r>
              <a:rPr lang="en-US" b="1" dirty="0"/>
              <a:t>	</a:t>
            </a:r>
            <a:r>
              <a:rPr lang="en-US" sz="2000" b="1" dirty="0"/>
              <a:t>Discipline: </a:t>
            </a:r>
            <a:r>
              <a:rPr lang="en-US" dirty="0"/>
              <a:t>Threat Intelligence</a:t>
            </a:r>
            <a:br>
              <a:rPr lang="en-US" b="1" dirty="0"/>
            </a:br>
            <a:r>
              <a:rPr lang="en-US" b="1" dirty="0"/>
              <a:t>	</a:t>
            </a:r>
            <a:r>
              <a:rPr lang="en-US" sz="2000" b="1" dirty="0"/>
              <a:t>Version: </a:t>
            </a:r>
            <a:r>
              <a:rPr lang="en-US" dirty="0"/>
              <a:t>1.0</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cxnSp>
        <p:nvCxnSpPr>
          <p:cNvPr id="5" name="Straight Connector 4">
            <a:extLst>
              <a:ext uri="{FF2B5EF4-FFF2-40B4-BE49-F238E27FC236}">
                <a16:creationId xmlns:a16="http://schemas.microsoft.com/office/drawing/2014/main" id="{E2479117-3E6C-9678-EB49-0829AAEFE4E6}"/>
              </a:ext>
            </a:extLst>
          </p:cNvPr>
          <p:cNvCxnSpPr>
            <a:cxnSpLocks/>
          </p:cNvCxnSpPr>
          <p:nvPr/>
        </p:nvCxnSpPr>
        <p:spPr>
          <a:xfrm>
            <a:off x="561975" y="410210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163965-1BB4-0D6E-931C-E5931483F55A}"/>
              </a:ext>
            </a:extLst>
          </p:cNvPr>
          <p:cNvCxnSpPr>
            <a:cxnSpLocks/>
          </p:cNvCxnSpPr>
          <p:nvPr/>
        </p:nvCxnSpPr>
        <p:spPr>
          <a:xfrm>
            <a:off x="561975" y="255905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0EC481-5EE7-2B3B-3D58-B6770C285BAF}"/>
              </a:ext>
            </a:extLst>
          </p:cNvPr>
          <p:cNvCxnSpPr>
            <a:cxnSpLocks/>
          </p:cNvCxnSpPr>
          <p:nvPr/>
        </p:nvCxnSpPr>
        <p:spPr>
          <a:xfrm>
            <a:off x="561975" y="760095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FC70E055-3F8E-928B-B585-2653D7A6CEDA}"/>
              </a:ext>
            </a:extLst>
          </p:cNvPr>
          <p:cNvCxnSpPr>
            <a:cxnSpLocks/>
          </p:cNvCxnSpPr>
          <p:nvPr/>
        </p:nvCxnSpPr>
        <p:spPr>
          <a:xfrm flipV="1">
            <a:off x="561974" y="7824786"/>
            <a:ext cx="5019676" cy="119062"/>
          </a:xfrm>
          <a:prstGeom prst="bentConnector3">
            <a:avLst>
              <a:gd name="adj1" fmla="val 50000"/>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01C4DD43-60F6-BEE0-E836-DFD1E7B7CE73}"/>
              </a:ext>
            </a:extLst>
          </p:cNvPr>
          <p:cNvCxnSpPr>
            <a:cxnSpLocks/>
          </p:cNvCxnSpPr>
          <p:nvPr/>
        </p:nvCxnSpPr>
        <p:spPr>
          <a:xfrm>
            <a:off x="561974" y="2214563"/>
            <a:ext cx="4930776" cy="104775"/>
          </a:xfrm>
          <a:prstGeom prst="bentConnector3">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09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1B56FE-B144-A837-26F9-50B3237E4F0C}"/>
              </a:ext>
            </a:extLst>
          </p:cNvPr>
          <p:cNvSpPr txBox="1"/>
          <p:nvPr/>
        </p:nvSpPr>
        <p:spPr>
          <a:xfrm>
            <a:off x="238261" y="4534306"/>
            <a:ext cx="7295877" cy="1231106"/>
          </a:xfrm>
          <a:prstGeom prst="rect">
            <a:avLst/>
          </a:prstGeom>
          <a:noFill/>
          <a:ln>
            <a:solidFill>
              <a:schemeClr val="tx1"/>
            </a:solidFill>
          </a:ln>
        </p:spPr>
        <p:txBody>
          <a:bodyPr wrap="square" rtlCol="0">
            <a:spAutoFit/>
          </a:bodyPr>
          <a:lstStyle/>
          <a:p>
            <a:pPr algn="ctr"/>
            <a:r>
              <a:rPr lang="en-US" sz="14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Report Sections</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1: Threat Actor Overview</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2: Targeting &amp; Victimology</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3: Tactics, Techniques, and Procedures (TTPs)</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4</a:t>
            </a:r>
            <a:r>
              <a:rPr lang="en-US" sz="1200" b="1">
                <a:latin typeface="Arial" panose="020B0604020202020204" pitchFamily="34" charset="0"/>
                <a:ea typeface="Roboto" panose="02000000000000000000" pitchFamily="2" charset="0"/>
                <a:cs typeface="Arial" panose="020B0604020202020204" pitchFamily="34" charset="0"/>
              </a:rPr>
              <a:t>: Indicators </a:t>
            </a:r>
            <a:r>
              <a:rPr lang="en-US" sz="1200" b="1" dirty="0">
                <a:latin typeface="Arial" panose="020B0604020202020204" pitchFamily="34" charset="0"/>
                <a:ea typeface="Roboto" panose="02000000000000000000" pitchFamily="2" charset="0"/>
                <a:cs typeface="Arial" panose="020B0604020202020204" pitchFamily="34" charset="0"/>
              </a:rPr>
              <a:t>of Compromise (IOCs)</a:t>
            </a:r>
          </a:p>
          <a:p>
            <a:pPr marL="285750" indent="-285750">
              <a:spcAft>
                <a:spcPts val="1200"/>
              </a:spcAft>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5: Analytic Assessment</a:t>
            </a:r>
          </a:p>
        </p:txBody>
      </p:sp>
      <p:sp>
        <p:nvSpPr>
          <p:cNvPr id="10" name="TextBox 9">
            <a:extLst>
              <a:ext uri="{FF2B5EF4-FFF2-40B4-BE49-F238E27FC236}">
                <a16:creationId xmlns:a16="http://schemas.microsoft.com/office/drawing/2014/main" id="{0F205AF5-089C-CDFC-2799-0F00EB7B08D3}"/>
              </a:ext>
            </a:extLst>
          </p:cNvPr>
          <p:cNvSpPr txBox="1"/>
          <p:nvPr/>
        </p:nvSpPr>
        <p:spPr>
          <a:xfrm>
            <a:off x="238261" y="2799972"/>
            <a:ext cx="7295877" cy="1600438"/>
          </a:xfrm>
          <a:prstGeom prst="rect">
            <a:avLst/>
          </a:prstGeom>
          <a:noFill/>
          <a:ln>
            <a:solidFill>
              <a:schemeClr val="tx1"/>
            </a:solidFill>
          </a:ln>
        </p:spPr>
        <p:txBody>
          <a:bodyPr wrap="square" rtlCol="0">
            <a:spAutoFit/>
          </a:bodyPr>
          <a:lstStyle/>
          <a:p>
            <a:pPr algn="ctr"/>
            <a:r>
              <a:rPr lang="en-US" sz="14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Methodology</a:t>
            </a:r>
          </a:p>
          <a:p>
            <a:r>
              <a:rPr lang="en-US" sz="1200" dirty="0"/>
              <a:t>This report was developed using Open-Source Intelligence (OSINT) and dark web–derived information obtained from publicly accessible and reputable sources, including security research publications, news reporting, technical analyses, and indexed web content. Structured queries were used to identify relevant information relating to Scattered Spider infrastructure, behavioral patterns, and associated identifiers.</a:t>
            </a:r>
          </a:p>
          <a:p>
            <a:r>
              <a:rPr lang="en-US" sz="1200" dirty="0"/>
              <a:t>All information was evaluated for credibility, relevance, and corroboration across multiple sources prior to inclusion. No unauthorized access, private datasets, or proprietary systems were used. The research was conducted using lawful and ethical methods for analytical and educational purposes.</a:t>
            </a:r>
          </a:p>
        </p:txBody>
      </p:sp>
      <p:sp>
        <p:nvSpPr>
          <p:cNvPr id="11" name="TextBox 10">
            <a:extLst>
              <a:ext uri="{FF2B5EF4-FFF2-40B4-BE49-F238E27FC236}">
                <a16:creationId xmlns:a16="http://schemas.microsoft.com/office/drawing/2014/main" id="{00CF53A5-57CE-13DC-5FC6-62A7E07FFEBC}"/>
              </a:ext>
            </a:extLst>
          </p:cNvPr>
          <p:cNvSpPr txBox="1"/>
          <p:nvPr/>
        </p:nvSpPr>
        <p:spPr>
          <a:xfrm>
            <a:off x="238261" y="1065638"/>
            <a:ext cx="7295877" cy="1600438"/>
          </a:xfrm>
          <a:prstGeom prst="rect">
            <a:avLst/>
          </a:prstGeom>
          <a:noFill/>
          <a:ln>
            <a:solidFill>
              <a:schemeClr val="tx1"/>
            </a:solidFill>
          </a:ln>
        </p:spPr>
        <p:txBody>
          <a:bodyPr wrap="square" rtlCol="0">
            <a:spAutoFit/>
          </a:bodyPr>
          <a:lstStyle/>
          <a:p>
            <a:pPr algn="ctr"/>
            <a:r>
              <a:rPr lang="en-US" sz="1400" b="1" dirty="0">
                <a:latin typeface="Arial" panose="020B0604020202020204" pitchFamily="34" charset="0"/>
                <a:ea typeface="Roboto" panose="02000000000000000000" pitchFamily="2" charset="0"/>
                <a:cs typeface="Arial" panose="020B0604020202020204" pitchFamily="34" charset="0"/>
              </a:rPr>
              <a:t>Executive Summary</a:t>
            </a:r>
          </a:p>
          <a:p>
            <a:r>
              <a:rPr lang="en-US" sz="1200" dirty="0">
                <a:latin typeface="Arial" panose="020B0604020202020204" pitchFamily="34" charset="0"/>
                <a:cs typeface="Arial" panose="020B0604020202020204" pitchFamily="34" charset="0"/>
              </a:rPr>
              <a:t>This report provides an analytical overview of the threat actor known as the Scattered Spider, based on Open-Source Intelligence (OSINT), dark web intelligence sources, and publicly available reporting. The assessment examines observed behavior, including actor background, targeting patterns and victimology, tactics, techniques and procedures (TTPs), indicators of compromise (IOCs), and an overall evaluation of capability and intent. The objective of this report is to consolidate available intelligence into a structured threat profile that supports understanding of associated risk, operational behavior, and observed activity attributed to the actor.</a:t>
            </a:r>
          </a:p>
        </p:txBody>
      </p:sp>
      <p:sp>
        <p:nvSpPr>
          <p:cNvPr id="4" name="TextBox 3">
            <a:extLst>
              <a:ext uri="{FF2B5EF4-FFF2-40B4-BE49-F238E27FC236}">
                <a16:creationId xmlns:a16="http://schemas.microsoft.com/office/drawing/2014/main" id="{B328B62A-0635-3456-4EB3-21F55BCFDDAE}"/>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6" name="Title 7">
            <a:extLst>
              <a:ext uri="{FF2B5EF4-FFF2-40B4-BE49-F238E27FC236}">
                <a16:creationId xmlns:a16="http://schemas.microsoft.com/office/drawing/2014/main" id="{3E139B42-013D-B8FB-0B3F-5E2674CA013D}"/>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9" name="TextBox 8">
            <a:extLst>
              <a:ext uri="{FF2B5EF4-FFF2-40B4-BE49-F238E27FC236}">
                <a16:creationId xmlns:a16="http://schemas.microsoft.com/office/drawing/2014/main" id="{AC2CB77B-EB5E-3981-A576-BDB00B0FAEBB}"/>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2" name="TextBox 11">
            <a:extLst>
              <a:ext uri="{FF2B5EF4-FFF2-40B4-BE49-F238E27FC236}">
                <a16:creationId xmlns:a16="http://schemas.microsoft.com/office/drawing/2014/main" id="{BB9B1819-1CEB-6D11-AA33-60B00FF691A6}"/>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
        <p:nvSpPr>
          <p:cNvPr id="13" name="TextBox 12">
            <a:extLst>
              <a:ext uri="{FF2B5EF4-FFF2-40B4-BE49-F238E27FC236}">
                <a16:creationId xmlns:a16="http://schemas.microsoft.com/office/drawing/2014/main" id="{0DEBFF1E-256A-FCC5-8F58-913F824D5E0C}"/>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7" name="TextBox 6">
            <a:extLst>
              <a:ext uri="{FF2B5EF4-FFF2-40B4-BE49-F238E27FC236}">
                <a16:creationId xmlns:a16="http://schemas.microsoft.com/office/drawing/2014/main" id="{477856B4-BC7D-F655-072D-362921479097}"/>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Tree>
    <p:extLst>
      <p:ext uri="{BB962C8B-B14F-4D97-AF65-F5344CB8AC3E}">
        <p14:creationId xmlns:p14="http://schemas.microsoft.com/office/powerpoint/2010/main" val="62413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045EAE-35CA-D041-98D9-A33BAA5F2F50}"/>
              </a:ext>
            </a:extLst>
          </p:cNvPr>
          <p:cNvSpPr txBox="1"/>
          <p:nvPr/>
        </p:nvSpPr>
        <p:spPr>
          <a:xfrm>
            <a:off x="2723082" y="898486"/>
            <a:ext cx="2090637" cy="338554"/>
          </a:xfrm>
          <a:prstGeom prst="rect">
            <a:avLst/>
          </a:prstGeom>
          <a:noFill/>
        </p:spPr>
        <p:txBody>
          <a:bodyPr wrap="none" rtlCol="0">
            <a:spAutoFit/>
          </a:bodyPr>
          <a:lstStyle/>
          <a:p>
            <a:pPr algn="l"/>
            <a:r>
              <a:rPr lang="en-US" sz="1600" b="1" u="sng" dirty="0">
                <a:latin typeface="Arial" panose="020B0604020202020204" pitchFamily="34" charset="0"/>
                <a:cs typeface="Arial" panose="020B0604020202020204" pitchFamily="34" charset="0"/>
              </a:rPr>
              <a:t>Findings of Interest</a:t>
            </a:r>
          </a:p>
        </p:txBody>
      </p:sp>
      <p:sp>
        <p:nvSpPr>
          <p:cNvPr id="8" name="TextBox 7">
            <a:extLst>
              <a:ext uri="{FF2B5EF4-FFF2-40B4-BE49-F238E27FC236}">
                <a16:creationId xmlns:a16="http://schemas.microsoft.com/office/drawing/2014/main" id="{C2E49083-C6E2-E247-F65B-5FD17342A61C}"/>
              </a:ext>
            </a:extLst>
          </p:cNvPr>
          <p:cNvSpPr txBox="1"/>
          <p:nvPr/>
        </p:nvSpPr>
        <p:spPr>
          <a:xfrm>
            <a:off x="196849" y="1237040"/>
            <a:ext cx="7283747" cy="4208844"/>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1: Threat Actor Overview</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Scattered Spider is a financially motivated cybercriminal collective operating within a broader Western-based cybercrime ecosystem, rather than a nation-state advanced persistent threat (APT). The group is loosely organized and associated with underground communities such as “The Comm,” and ALPHV/</a:t>
            </a:r>
            <a:r>
              <a:rPr lang="en-US" sz="1200" dirty="0" err="1">
                <a:latin typeface="Arial" panose="020B0604020202020204" pitchFamily="34" charset="0"/>
                <a:cs typeface="Arial" panose="020B0604020202020204" pitchFamily="34" charset="0"/>
              </a:rPr>
              <a:t>BlackCat</a:t>
            </a:r>
            <a:r>
              <a:rPr lang="en-US" sz="1200" dirty="0">
                <a:latin typeface="Arial" panose="020B0604020202020204" pitchFamily="34" charset="0"/>
                <a:cs typeface="Arial" panose="020B0604020202020204" pitchFamily="34" charset="0"/>
              </a:rPr>
              <a:t> ransomware gang, conducting intrusion, data theft, and extortion operations primarily through social engineering and identity compromise. </a:t>
            </a:r>
            <a:r>
              <a:rPr lang="en-US" sz="1200" b="1" dirty="0">
                <a:latin typeface="Arial" panose="020B0604020202020204" pitchFamily="34" charset="0"/>
                <a:cs typeface="Arial" panose="020B0604020202020204" pitchFamily="34" charset="0"/>
              </a:rPr>
              <a:t>(Figure 1)</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Active since at least 2022, Scattered Spider has emerged as a high-priority threat due to its ability to exploit enterprise identity systems at scale. The group demonstrates a decentralized structure with fluid membership and overlaps with other cybercriminal actors, relying heavily on tactics such as help desk impersonation, SIM swapping, and multi-factor authentication (MFA) bypass. </a:t>
            </a:r>
            <a:r>
              <a:rPr lang="en-US" sz="1200" b="1" dirty="0">
                <a:latin typeface="Arial" panose="020B0604020202020204" pitchFamily="34" charset="0"/>
                <a:cs typeface="Arial" panose="020B0604020202020204" pitchFamily="34" charset="0"/>
              </a:rPr>
              <a:t>(Figure 2) </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Scattered Spider has been linked to high-profile intrusions against major organizations, including MGM Resorts and Caesars Entertainment, further demonstrating its capability to achieve significant operational and financial impact through non-technical attack vectors.</a:t>
            </a:r>
            <a:r>
              <a:rPr lang="en-US" sz="1200" b="1" dirty="0">
                <a:latin typeface="Arial" panose="020B0604020202020204" pitchFamily="34" charset="0"/>
                <a:cs typeface="Arial" panose="020B0604020202020204" pitchFamily="34" charset="0"/>
              </a:rPr>
              <a:t>	</a:t>
            </a:r>
          </a:p>
          <a:p>
            <a:pPr>
              <a:spcAft>
                <a:spcPts val="600"/>
              </a:spcAft>
            </a:pPr>
            <a:r>
              <a:rPr lang="en-US" sz="1200" b="1" dirty="0">
                <a:latin typeface="Arial" panose="020B0604020202020204" pitchFamily="34" charset="0"/>
                <a:cs typeface="Arial" panose="020B0604020202020204" pitchFamily="34" charset="0"/>
              </a:rPr>
              <a:t>	Scattered Spider – Names by Organization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MITRE ATT&amp;CK</a:t>
            </a:r>
            <a:r>
              <a:rPr lang="en-US" sz="1200" dirty="0">
                <a:latin typeface="Arial" panose="020B0604020202020204" pitchFamily="34" charset="0"/>
                <a:cs typeface="Arial" panose="020B0604020202020204" pitchFamily="34" charset="0"/>
              </a:rPr>
              <a:t>: Scattered Spider (G1015) / UNC3944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Microsoft Threat Intelligence</a:t>
            </a:r>
            <a:r>
              <a:rPr lang="en-US" sz="1200" dirty="0">
                <a:latin typeface="Arial" panose="020B0604020202020204" pitchFamily="34" charset="0"/>
                <a:cs typeface="Arial" panose="020B0604020202020204" pitchFamily="34" charset="0"/>
              </a:rPr>
              <a:t>: Octo Tempest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CrowdStrike</a:t>
            </a:r>
            <a:r>
              <a:rPr lang="en-US" sz="1200" dirty="0">
                <a:latin typeface="Arial" panose="020B0604020202020204" pitchFamily="34" charset="0"/>
                <a:cs typeface="Arial" panose="020B0604020202020204" pitchFamily="34" charset="0"/>
              </a:rPr>
              <a:t>: Muddled Libra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Google / Mandiant</a:t>
            </a:r>
            <a:r>
              <a:rPr lang="en-US" sz="1200" dirty="0">
                <a:latin typeface="Arial" panose="020B0604020202020204" pitchFamily="34" charset="0"/>
                <a:cs typeface="Arial" panose="020B0604020202020204" pitchFamily="34" charset="0"/>
              </a:rPr>
              <a:t>: UNC3944 </a:t>
            </a:r>
          </a:p>
          <a:p>
            <a:pPr marL="1085850" lvl="2" indent="-171450">
              <a:spcAft>
                <a:spcPts val="300"/>
              </a:spcAft>
              <a:buFont typeface="Arial" panose="020B0604020202020204" pitchFamily="34" charset="0"/>
              <a:buChar char="•"/>
            </a:pPr>
            <a:r>
              <a:rPr lang="en-US" sz="1200" dirty="0">
                <a:latin typeface="Arial" panose="020B0604020202020204" pitchFamily="34" charset="0"/>
                <a:cs typeface="Arial" panose="020B0604020202020204" pitchFamily="34" charset="0"/>
              </a:rPr>
              <a:t>Additional reporting aliases: 0ktapus (campaign association), Scatter Swine</a:t>
            </a:r>
            <a:endParaRPr lang="en-US" sz="1200" b="1"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endParaRPr>
          </a:p>
        </p:txBody>
      </p:sp>
      <p:sp>
        <p:nvSpPr>
          <p:cNvPr id="14" name="TextBox 13">
            <a:extLst>
              <a:ext uri="{FF2B5EF4-FFF2-40B4-BE49-F238E27FC236}">
                <a16:creationId xmlns:a16="http://schemas.microsoft.com/office/drawing/2014/main" id="{FC3D4131-7B09-6242-7B94-5463FE143B0B}"/>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4" name="Title 7">
            <a:extLst>
              <a:ext uri="{FF2B5EF4-FFF2-40B4-BE49-F238E27FC236}">
                <a16:creationId xmlns:a16="http://schemas.microsoft.com/office/drawing/2014/main" id="{C705D605-7ADD-4B02-E8FC-074D20C4CFF4}"/>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5" name="TextBox 14">
            <a:extLst>
              <a:ext uri="{FF2B5EF4-FFF2-40B4-BE49-F238E27FC236}">
                <a16:creationId xmlns:a16="http://schemas.microsoft.com/office/drawing/2014/main" id="{FDBDAFCB-AF33-FD20-C6E6-637F5A3A26EE}"/>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8" name="TextBox 17">
            <a:extLst>
              <a:ext uri="{FF2B5EF4-FFF2-40B4-BE49-F238E27FC236}">
                <a16:creationId xmlns:a16="http://schemas.microsoft.com/office/drawing/2014/main" id="{53D50880-A865-72A8-3A7E-8949FF1303EB}"/>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22" name="TextBox 21">
            <a:extLst>
              <a:ext uri="{FF2B5EF4-FFF2-40B4-BE49-F238E27FC236}">
                <a16:creationId xmlns:a16="http://schemas.microsoft.com/office/drawing/2014/main" id="{E35C15DD-B142-929E-36B8-E04E570A22F1}"/>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9" name="TextBox 8">
            <a:extLst>
              <a:ext uri="{FF2B5EF4-FFF2-40B4-BE49-F238E27FC236}">
                <a16:creationId xmlns:a16="http://schemas.microsoft.com/office/drawing/2014/main" id="{4FF49819-A744-4BD8-F0AC-7E19B7E866DE}"/>
              </a:ext>
            </a:extLst>
          </p:cNvPr>
          <p:cNvSpPr txBox="1"/>
          <p:nvPr/>
        </p:nvSpPr>
        <p:spPr>
          <a:xfrm>
            <a:off x="2368083" y="8457187"/>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2</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66492DC1-D42D-02CF-AEE7-C12700C804F4}"/>
              </a:ext>
            </a:extLst>
          </p:cNvPr>
          <p:cNvSpPr txBox="1"/>
          <p:nvPr/>
        </p:nvSpPr>
        <p:spPr>
          <a:xfrm>
            <a:off x="2368083" y="7046706"/>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3"/>
              </a:rPr>
              <a:t>Figure 1</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11" name="Picture 10">
            <a:extLst>
              <a:ext uri="{FF2B5EF4-FFF2-40B4-BE49-F238E27FC236}">
                <a16:creationId xmlns:a16="http://schemas.microsoft.com/office/drawing/2014/main" id="{6F38719E-0100-AD41-9E8E-8C2A31AB6466}"/>
              </a:ext>
            </a:extLst>
          </p:cNvPr>
          <p:cNvPicPr>
            <a:picLocks noChangeAspect="1"/>
          </p:cNvPicPr>
          <p:nvPr/>
        </p:nvPicPr>
        <p:blipFill>
          <a:blip r:embed="rId4"/>
          <a:stretch>
            <a:fillRect/>
          </a:stretch>
        </p:blipFill>
        <p:spPr>
          <a:xfrm>
            <a:off x="594168" y="7450004"/>
            <a:ext cx="6584054" cy="986375"/>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8CE1704A-01AA-B7D3-FC19-877C90BBBDF4}"/>
              </a:ext>
            </a:extLst>
          </p:cNvPr>
          <p:cNvPicPr>
            <a:picLocks noChangeAspect="1"/>
          </p:cNvPicPr>
          <p:nvPr/>
        </p:nvPicPr>
        <p:blipFill>
          <a:blip r:embed="rId5"/>
          <a:stretch>
            <a:fillRect/>
          </a:stretch>
        </p:blipFill>
        <p:spPr>
          <a:xfrm>
            <a:off x="1637649" y="5572183"/>
            <a:ext cx="4497091" cy="1484207"/>
          </a:xfrm>
          <a:prstGeom prst="rect">
            <a:avLst/>
          </a:prstGeom>
          <a:effectLst>
            <a:outerShdw blurRad="63500" sx="102000" sy="102000" algn="ctr" rotWithShape="0">
              <a:prstClr val="black">
                <a:alpha val="40000"/>
              </a:prstClr>
            </a:outerShdw>
          </a:effectLst>
        </p:spPr>
      </p:pic>
      <p:sp>
        <p:nvSpPr>
          <p:cNvPr id="3" name="TextBox 2">
            <a:extLst>
              <a:ext uri="{FF2B5EF4-FFF2-40B4-BE49-F238E27FC236}">
                <a16:creationId xmlns:a16="http://schemas.microsoft.com/office/drawing/2014/main" id="{32A2BA3A-9FA1-E24E-AEA6-9E6501B67C69}"/>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3271110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0843-D079-1155-0043-BB108B3A578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CE3BB93-3461-21D5-9005-05944C803ED7}"/>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5" name="Title 7">
            <a:extLst>
              <a:ext uri="{FF2B5EF4-FFF2-40B4-BE49-F238E27FC236}">
                <a16:creationId xmlns:a16="http://schemas.microsoft.com/office/drawing/2014/main" id="{8B9C8460-22B4-58E5-FE07-9F1C9D43CE1A}"/>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2" name="TextBox 11">
            <a:extLst>
              <a:ext uri="{FF2B5EF4-FFF2-40B4-BE49-F238E27FC236}">
                <a16:creationId xmlns:a16="http://schemas.microsoft.com/office/drawing/2014/main" id="{CB3FA366-F7F3-A561-CE1D-071635F74A28}"/>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9E72BF77-A170-F9E1-DC11-75562EB3DE10}"/>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5" name="TextBox 14">
            <a:extLst>
              <a:ext uri="{FF2B5EF4-FFF2-40B4-BE49-F238E27FC236}">
                <a16:creationId xmlns:a16="http://schemas.microsoft.com/office/drawing/2014/main" id="{0B1B1A61-E1B3-1C4B-69A2-7FE5BBF45A55}"/>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7" name="TextBox 16">
            <a:extLst>
              <a:ext uri="{FF2B5EF4-FFF2-40B4-BE49-F238E27FC236}">
                <a16:creationId xmlns:a16="http://schemas.microsoft.com/office/drawing/2014/main" id="{B31C5FD8-4779-EDD5-584F-97028C89C0DB}"/>
              </a:ext>
            </a:extLst>
          </p:cNvPr>
          <p:cNvSpPr txBox="1"/>
          <p:nvPr/>
        </p:nvSpPr>
        <p:spPr>
          <a:xfrm>
            <a:off x="196849" y="898486"/>
            <a:ext cx="7283747" cy="3901068"/>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2: Targeting &amp; Victimology</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Scattered Spider selects targets based on accessibility of identity systems and potential for financial extortion, rather than geopolitical or intelligence value. The group prioritizes organizations where social engineering can be leveraged to gain initial access and escalate privileges. </a:t>
            </a:r>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	Primary Targets:</a:t>
            </a:r>
            <a:endParaRPr lang="en-US" sz="1200" dirty="0">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Large enterprises with complex identity environments </a:t>
            </a:r>
            <a:r>
              <a:rPr lang="en-US" sz="1200" b="1" dirty="0">
                <a:latin typeface="Arial" panose="020B0604020202020204" pitchFamily="34" charset="0"/>
                <a:cs typeface="Arial" panose="020B0604020202020204" pitchFamily="34" charset="0"/>
              </a:rPr>
              <a:t>(Figure 3) </a:t>
            </a:r>
            <a:endParaRPr lang="en-US" sz="1200" dirty="0">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Hospitality and gaming (e.g., MGM Resorts, Caesars Entertainment) </a:t>
            </a:r>
            <a:r>
              <a:rPr lang="en-US" sz="1200" b="1" dirty="0">
                <a:latin typeface="Arial" panose="020B0604020202020204" pitchFamily="34" charset="0"/>
                <a:cs typeface="Arial" panose="020B0604020202020204" pitchFamily="34" charset="0"/>
              </a:rPr>
              <a:t>(Figures 4 - 5)</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Retail and e-commerce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Telecommunications providers</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Technology / SaaS platforms</a:t>
            </a:r>
          </a:p>
          <a:p>
            <a:pPr lvl="1"/>
            <a:r>
              <a:rPr lang="en-US" sz="1200" b="1" dirty="0">
                <a:latin typeface="Arial" panose="020B0604020202020204" pitchFamily="34" charset="0"/>
                <a:cs typeface="Arial" panose="020B0604020202020204" pitchFamily="34" charset="0"/>
              </a:rPr>
              <a:t>Victimology Pattern:</a:t>
            </a:r>
            <a:endParaRPr lang="en-US" sz="1200" dirty="0">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Organizations with:</a:t>
            </a:r>
          </a:p>
          <a:p>
            <a:pPr marL="1543050" lvl="3"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Help desk–driven password reset processes</a:t>
            </a:r>
          </a:p>
          <a:p>
            <a:pPr marL="1543050" lvl="3"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Reliance on SMS or push-based MFA</a:t>
            </a:r>
          </a:p>
          <a:p>
            <a:pPr marL="1543050" lvl="3"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Outsourced IT or support services</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Large employee bases (increased social engineering surface) </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High operational dependency on uptime (greater ransom leverage)</a:t>
            </a:r>
          </a:p>
          <a:p>
            <a:pPr marL="171450" indent="-171450">
              <a:buFont typeface="Arial" panose="020B0604020202020204" pitchFamily="34" charset="0"/>
              <a:buChar char="•"/>
            </a:pPr>
            <a:r>
              <a:rPr lang="en-US" sz="12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Analyst Comments</a:t>
            </a:r>
            <a:r>
              <a:rPr lang="en-US" sz="1200" b="1"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 </a:t>
            </a:r>
            <a:r>
              <a:rPr lang="en-US" sz="1200"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Scattered Spider’s targeting reflects an identity-first attack model, where victims are chosen based on access pathways and human vulnerabilities, not just industry or data type.</a:t>
            </a:r>
            <a:endParaRPr lang="en-US" sz="1200"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7C570189-203E-BD24-5F38-E0C9AF8A6F2E}"/>
              </a:ext>
            </a:extLst>
          </p:cNvPr>
          <p:cNvSpPr txBox="1"/>
          <p:nvPr/>
        </p:nvSpPr>
        <p:spPr>
          <a:xfrm>
            <a:off x="2368082" y="5601532"/>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3</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4" name="TextBox 3">
            <a:extLst>
              <a:ext uri="{FF2B5EF4-FFF2-40B4-BE49-F238E27FC236}">
                <a16:creationId xmlns:a16="http://schemas.microsoft.com/office/drawing/2014/main" id="{7051A8AF-E108-DC00-820D-706C9AFC8149}"/>
              </a:ext>
            </a:extLst>
          </p:cNvPr>
          <p:cNvSpPr txBox="1"/>
          <p:nvPr/>
        </p:nvSpPr>
        <p:spPr>
          <a:xfrm>
            <a:off x="2368082" y="8373565"/>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3"/>
              </a:rPr>
              <a:t>Figure 5</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6" name="Picture 5">
            <a:extLst>
              <a:ext uri="{FF2B5EF4-FFF2-40B4-BE49-F238E27FC236}">
                <a16:creationId xmlns:a16="http://schemas.microsoft.com/office/drawing/2014/main" id="{FEE90DCB-B360-E09D-E93A-AA7FC9E73E8C}"/>
              </a:ext>
            </a:extLst>
          </p:cNvPr>
          <p:cNvPicPr>
            <a:picLocks noChangeAspect="1"/>
          </p:cNvPicPr>
          <p:nvPr/>
        </p:nvPicPr>
        <p:blipFill>
          <a:blip r:embed="rId4"/>
          <a:stretch>
            <a:fillRect/>
          </a:stretch>
        </p:blipFill>
        <p:spPr>
          <a:xfrm>
            <a:off x="626033" y="7835462"/>
            <a:ext cx="6520329" cy="496489"/>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87856BB5-4B48-1C97-8D7E-F506E9DE104B}"/>
              </a:ext>
            </a:extLst>
          </p:cNvPr>
          <p:cNvPicPr>
            <a:picLocks noChangeAspect="1"/>
          </p:cNvPicPr>
          <p:nvPr/>
        </p:nvPicPr>
        <p:blipFill>
          <a:blip r:embed="rId5"/>
          <a:stretch>
            <a:fillRect/>
          </a:stretch>
        </p:blipFill>
        <p:spPr>
          <a:xfrm>
            <a:off x="1543913" y="6053810"/>
            <a:ext cx="4684565" cy="1218263"/>
          </a:xfrm>
          <a:prstGeom prst="rect">
            <a:avLst/>
          </a:prstGeom>
          <a:effectLst>
            <a:outerShdw blurRad="63500" sx="102000" sy="102000" algn="ctr" rotWithShape="0">
              <a:prstClr val="black">
                <a:alpha val="40000"/>
              </a:prstClr>
            </a:outerShdw>
          </a:effectLst>
        </p:spPr>
      </p:pic>
      <p:sp>
        <p:nvSpPr>
          <p:cNvPr id="10" name="TextBox 9">
            <a:extLst>
              <a:ext uri="{FF2B5EF4-FFF2-40B4-BE49-F238E27FC236}">
                <a16:creationId xmlns:a16="http://schemas.microsoft.com/office/drawing/2014/main" id="{49E29879-4B52-F9A4-5AE2-6EEE1C9FB8CB}"/>
              </a:ext>
            </a:extLst>
          </p:cNvPr>
          <p:cNvSpPr txBox="1"/>
          <p:nvPr/>
        </p:nvSpPr>
        <p:spPr>
          <a:xfrm>
            <a:off x="2368082" y="7306751"/>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6"/>
              </a:rPr>
              <a:t>Figure 4</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18" name="Picture 17">
            <a:extLst>
              <a:ext uri="{FF2B5EF4-FFF2-40B4-BE49-F238E27FC236}">
                <a16:creationId xmlns:a16="http://schemas.microsoft.com/office/drawing/2014/main" id="{FFC7EBD2-3E5F-09E0-A20D-FB7770E630C2}"/>
              </a:ext>
            </a:extLst>
          </p:cNvPr>
          <p:cNvPicPr>
            <a:picLocks noChangeAspect="1"/>
          </p:cNvPicPr>
          <p:nvPr/>
        </p:nvPicPr>
        <p:blipFill>
          <a:blip r:embed="rId7"/>
          <a:stretch>
            <a:fillRect/>
          </a:stretch>
        </p:blipFill>
        <p:spPr>
          <a:xfrm>
            <a:off x="626033" y="4914377"/>
            <a:ext cx="6520329" cy="645541"/>
          </a:xfrm>
          <a:prstGeom prst="rect">
            <a:avLst/>
          </a:prstGeom>
          <a:effectLst>
            <a:outerShdw blurRad="63500" sx="102000" sy="102000" algn="ctr" rotWithShape="0">
              <a:prstClr val="black">
                <a:alpha val="40000"/>
              </a:prstClr>
            </a:outerShdw>
          </a:effectLst>
        </p:spPr>
      </p:pic>
      <p:sp>
        <p:nvSpPr>
          <p:cNvPr id="2" name="TextBox 1">
            <a:extLst>
              <a:ext uri="{FF2B5EF4-FFF2-40B4-BE49-F238E27FC236}">
                <a16:creationId xmlns:a16="http://schemas.microsoft.com/office/drawing/2014/main" id="{7F8B57C5-B07F-8DC4-5FFA-05B11007CE72}"/>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65110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BC20-8E84-D3D9-9011-EC67A6F00636}"/>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E72BE81-9626-BF14-F0AB-C1919C4D933F}"/>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5" name="Title 7">
            <a:extLst>
              <a:ext uri="{FF2B5EF4-FFF2-40B4-BE49-F238E27FC236}">
                <a16:creationId xmlns:a16="http://schemas.microsoft.com/office/drawing/2014/main" id="{E6DCB4A2-8AFA-C77D-9041-BC6079871FB0}"/>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2" name="TextBox 11">
            <a:extLst>
              <a:ext uri="{FF2B5EF4-FFF2-40B4-BE49-F238E27FC236}">
                <a16:creationId xmlns:a16="http://schemas.microsoft.com/office/drawing/2014/main" id="{F6EE53FD-CFAE-4CB3-297A-4C2D3D9F255D}"/>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60FBA192-6E83-1BFB-6D07-FEEBEFF0D452}"/>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5" name="TextBox 14">
            <a:extLst>
              <a:ext uri="{FF2B5EF4-FFF2-40B4-BE49-F238E27FC236}">
                <a16:creationId xmlns:a16="http://schemas.microsoft.com/office/drawing/2014/main" id="{38E6B2A9-2D53-7A62-75D4-EE03CDA73177}"/>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E330B3A3-3F3F-101B-176C-2887BE92F294}"/>
              </a:ext>
            </a:extLst>
          </p:cNvPr>
          <p:cNvSpPr txBox="1"/>
          <p:nvPr/>
        </p:nvSpPr>
        <p:spPr>
          <a:xfrm>
            <a:off x="196849" y="898486"/>
            <a:ext cx="7339480" cy="6755696"/>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3: Tactics, Techniques, and Procedures (TTPs)</a:t>
            </a:r>
          </a:p>
          <a:p>
            <a:pPr marL="171450"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Scattered Spider uses various techniques to break into systems, stay hidden, and steal data. </a:t>
            </a:r>
            <a:r>
              <a:rPr lang="en-US" sz="1200" b="1" dirty="0">
                <a:latin typeface="Arial" panose="020B0604020202020204" pitchFamily="34" charset="0"/>
                <a:cs typeface="Arial" panose="020B0604020202020204" pitchFamily="34" charset="0"/>
              </a:rPr>
              <a:t>(Figure 6) </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Initial Access (</a:t>
            </a:r>
            <a:r>
              <a:rPr lang="en-US" sz="1200" b="1" dirty="0">
                <a:solidFill>
                  <a:schemeClr val="accent1"/>
                </a:solidFill>
                <a:latin typeface="Arial" panose="020B0604020202020204" pitchFamily="34" charset="0"/>
                <a:cs typeface="Arial" panose="020B0604020202020204" pitchFamily="34" charset="0"/>
              </a:rPr>
              <a:t>how they get in</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Phishing / social engineering (</a:t>
            </a:r>
            <a:r>
              <a:rPr lang="en-US" sz="1200" dirty="0">
                <a:solidFill>
                  <a:srgbClr val="FF0000"/>
                </a:solidFill>
                <a:latin typeface="Arial" panose="020B0604020202020204" pitchFamily="34" charset="0"/>
                <a:cs typeface="Arial" panose="020B0604020202020204" pitchFamily="34" charset="0"/>
              </a:rPr>
              <a:t>T1566</a:t>
            </a:r>
            <a:r>
              <a:rPr lang="en-US" sz="1200" dirty="0">
                <a:latin typeface="Arial" panose="020B0604020202020204" pitchFamily="34" charset="0"/>
                <a:cs typeface="Arial" panose="020B0604020202020204" pitchFamily="34" charset="0"/>
              </a:rPr>
              <a:t>) – tricking users into giving credentials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Help desk impersonation (</a:t>
            </a:r>
            <a:r>
              <a:rPr lang="en-US" sz="1200" dirty="0">
                <a:solidFill>
                  <a:srgbClr val="FF0000"/>
                </a:solidFill>
                <a:latin typeface="Arial" panose="020B0604020202020204" pitchFamily="34" charset="0"/>
                <a:cs typeface="Arial" panose="020B0604020202020204" pitchFamily="34" charset="0"/>
              </a:rPr>
              <a:t>T1566</a:t>
            </a:r>
            <a:r>
              <a:rPr lang="en-US" sz="1200" dirty="0">
                <a:latin typeface="Arial" panose="020B0604020202020204" pitchFamily="34" charset="0"/>
                <a:cs typeface="Arial" panose="020B0604020202020204" pitchFamily="34" charset="0"/>
              </a:rPr>
              <a:t>) – calling IT to reset passwords or MFA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MFA fatigue attacks (</a:t>
            </a:r>
            <a:r>
              <a:rPr lang="en-US" sz="1200" dirty="0">
                <a:solidFill>
                  <a:srgbClr val="FF0000"/>
                </a:solidFill>
                <a:latin typeface="Arial" panose="020B0604020202020204" pitchFamily="34" charset="0"/>
                <a:cs typeface="Arial" panose="020B0604020202020204" pitchFamily="34" charset="0"/>
              </a:rPr>
              <a:t>T1621</a:t>
            </a:r>
            <a:r>
              <a:rPr lang="en-US" sz="1200" dirty="0">
                <a:latin typeface="Arial" panose="020B0604020202020204" pitchFamily="34" charset="0"/>
                <a:cs typeface="Arial" panose="020B0604020202020204" pitchFamily="34" charset="0"/>
              </a:rPr>
              <a:t>) – sending repeated push requests until approved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SIM swapping – taking over phone numbers to bypass MFA </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Used to gain access to accounts without exploiting software.</a:t>
            </a:r>
            <a:endParaRPr lang="en-US" sz="1200" b="1" dirty="0">
              <a:latin typeface="Arial" panose="020B0604020202020204" pitchFamily="34" charset="0"/>
              <a:cs typeface="Arial" panose="020B0604020202020204" pitchFamily="34" charset="0"/>
            </a:endParaRPr>
          </a:p>
          <a:p>
            <a:pPr lvl="1"/>
            <a:r>
              <a:rPr lang="en-US" sz="1200" b="1" dirty="0">
                <a:latin typeface="Arial" panose="020B0604020202020204" pitchFamily="34" charset="0"/>
                <a:cs typeface="Arial" panose="020B0604020202020204" pitchFamily="34" charset="0"/>
              </a:rPr>
              <a:t>Execution (</a:t>
            </a:r>
            <a:r>
              <a:rPr lang="en-US" sz="1200" b="1" dirty="0">
                <a:solidFill>
                  <a:schemeClr val="accent1"/>
                </a:solidFill>
                <a:latin typeface="Arial" panose="020B0604020202020204" pitchFamily="34" charset="0"/>
                <a:cs typeface="Arial" panose="020B0604020202020204" pitchFamily="34" charset="0"/>
              </a:rPr>
              <a:t>running commands</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PowerShell (</a:t>
            </a:r>
            <a:r>
              <a:rPr lang="en-US" sz="1200" dirty="0">
                <a:solidFill>
                  <a:srgbClr val="FF0000"/>
                </a:solidFill>
                <a:latin typeface="Arial" panose="020B0604020202020204" pitchFamily="34" charset="0"/>
                <a:cs typeface="Arial" panose="020B0604020202020204" pitchFamily="34" charset="0"/>
              </a:rPr>
              <a:t>T1059.001</a:t>
            </a:r>
            <a:r>
              <a:rPr lang="en-US" sz="1200"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Command Shell (</a:t>
            </a:r>
            <a:r>
              <a:rPr lang="en-US" sz="1200" dirty="0">
                <a:solidFill>
                  <a:srgbClr val="FF0000"/>
                </a:solidFill>
                <a:latin typeface="Arial" panose="020B0604020202020204" pitchFamily="34" charset="0"/>
                <a:cs typeface="Arial" panose="020B0604020202020204" pitchFamily="34" charset="0"/>
              </a:rPr>
              <a:t>T1059.003</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Used for system access and account control.</a:t>
            </a:r>
          </a:p>
          <a:p>
            <a:pPr lvl="1"/>
            <a:r>
              <a:rPr lang="en-US" sz="1200" b="1" dirty="0">
                <a:latin typeface="Arial" panose="020B0604020202020204" pitchFamily="34" charset="0"/>
                <a:cs typeface="Arial" panose="020B0604020202020204" pitchFamily="34" charset="0"/>
              </a:rPr>
              <a:t>Persistence (</a:t>
            </a:r>
            <a:r>
              <a:rPr lang="en-US" sz="1200" b="1" dirty="0">
                <a:solidFill>
                  <a:schemeClr val="accent1"/>
                </a:solidFill>
                <a:latin typeface="Arial" panose="020B0604020202020204" pitchFamily="34" charset="0"/>
                <a:cs typeface="Arial" panose="020B0604020202020204" pitchFamily="34" charset="0"/>
              </a:rPr>
              <a:t>staying inside</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Valid Accounts (</a:t>
            </a:r>
            <a:r>
              <a:rPr lang="en-US" sz="1200" dirty="0">
                <a:solidFill>
                  <a:srgbClr val="FF0000"/>
                </a:solidFill>
                <a:latin typeface="Arial" panose="020B0604020202020204" pitchFamily="34" charset="0"/>
                <a:cs typeface="Arial" panose="020B0604020202020204" pitchFamily="34" charset="0"/>
              </a:rPr>
              <a:t>T1078</a:t>
            </a:r>
            <a:r>
              <a:rPr lang="en-US" sz="1200" dirty="0">
                <a:latin typeface="Arial" panose="020B0604020202020204" pitchFamily="34" charset="0"/>
                <a:cs typeface="Arial" panose="020B0604020202020204" pitchFamily="34" charset="0"/>
              </a:rPr>
              <a:t>) – maintaining access using compromised logins</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MFA re-enrollment (</a:t>
            </a:r>
            <a:r>
              <a:rPr lang="en-US" sz="1200" dirty="0">
                <a:solidFill>
                  <a:srgbClr val="FF0000"/>
                </a:solidFill>
                <a:latin typeface="Arial" panose="020B0604020202020204" pitchFamily="34" charset="0"/>
                <a:cs typeface="Arial" panose="020B0604020202020204" pitchFamily="34" charset="0"/>
              </a:rPr>
              <a:t>T1556</a:t>
            </a:r>
            <a:r>
              <a:rPr lang="en-US" sz="1200" dirty="0">
                <a:latin typeface="Arial" panose="020B0604020202020204" pitchFamily="34" charset="0"/>
                <a:cs typeface="Arial" panose="020B0604020202020204" pitchFamily="34" charset="0"/>
              </a:rPr>
              <a:t>) – adding attacker-controlled authentication</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Relies on account control instead of malware.</a:t>
            </a:r>
          </a:p>
          <a:p>
            <a:pPr lvl="1"/>
            <a:r>
              <a:rPr lang="en-US" sz="1200" b="1" dirty="0">
                <a:latin typeface="Arial" panose="020B0604020202020204" pitchFamily="34" charset="0"/>
                <a:cs typeface="Arial" panose="020B0604020202020204" pitchFamily="34" charset="0"/>
              </a:rPr>
              <a:t>Credential Access (</a:t>
            </a:r>
            <a:r>
              <a:rPr lang="en-US" sz="1200" b="1" dirty="0">
                <a:solidFill>
                  <a:schemeClr val="accent1"/>
                </a:solidFill>
                <a:latin typeface="Arial" panose="020B0604020202020204" pitchFamily="34" charset="0"/>
                <a:cs typeface="Arial" panose="020B0604020202020204" pitchFamily="34" charset="0"/>
              </a:rPr>
              <a:t>stealing logins</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Credential harvesting (</a:t>
            </a:r>
            <a:r>
              <a:rPr lang="en-US" sz="1200" dirty="0">
                <a:solidFill>
                  <a:srgbClr val="FF0000"/>
                </a:solidFill>
                <a:latin typeface="Arial" panose="020B0604020202020204" pitchFamily="34" charset="0"/>
                <a:cs typeface="Arial" panose="020B0604020202020204" pitchFamily="34" charset="0"/>
              </a:rPr>
              <a:t>T1566</a:t>
            </a:r>
            <a:r>
              <a:rPr lang="en-US" sz="1200" dirty="0">
                <a:latin typeface="Arial" panose="020B0604020202020204" pitchFamily="34" charset="0"/>
                <a:cs typeface="Arial" panose="020B0604020202020204" pitchFamily="34" charset="0"/>
              </a:rPr>
              <a:t>) – phishing login pages</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MFA interception (</a:t>
            </a:r>
            <a:r>
              <a:rPr lang="en-US" sz="1200" dirty="0">
                <a:solidFill>
                  <a:srgbClr val="FF0000"/>
                </a:solidFill>
                <a:latin typeface="Arial" panose="020B0604020202020204" pitchFamily="34" charset="0"/>
                <a:cs typeface="Arial" panose="020B0604020202020204" pitchFamily="34" charset="0"/>
              </a:rPr>
              <a:t>T1556</a:t>
            </a:r>
            <a:r>
              <a:rPr lang="en-US" sz="1200" dirty="0">
                <a:latin typeface="Arial" panose="020B0604020202020204" pitchFamily="34" charset="0"/>
                <a:cs typeface="Arial" panose="020B0604020202020204" pitchFamily="34" charset="0"/>
              </a:rPr>
              <a:t>) – bypassing authentication methods</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Password resets via IT workflows (</a:t>
            </a:r>
            <a:r>
              <a:rPr lang="en-US" sz="1200" dirty="0">
                <a:solidFill>
                  <a:srgbClr val="FF0000"/>
                </a:solidFill>
                <a:latin typeface="Arial" panose="020B0604020202020204" pitchFamily="34" charset="0"/>
                <a:cs typeface="Arial" panose="020B0604020202020204" pitchFamily="34" charset="0"/>
              </a:rPr>
              <a:t>T1078 / T1566</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Focused on taking over identities.</a:t>
            </a:r>
          </a:p>
          <a:p>
            <a:pPr lvl="1"/>
            <a:r>
              <a:rPr lang="en-US" sz="1200" b="1" dirty="0">
                <a:latin typeface="Arial" panose="020B0604020202020204" pitchFamily="34" charset="0"/>
                <a:cs typeface="Arial" panose="020B0604020202020204" pitchFamily="34" charset="0"/>
              </a:rPr>
              <a:t>Defense Evasion (</a:t>
            </a:r>
            <a:r>
              <a:rPr lang="en-US" sz="1200" b="1" dirty="0">
                <a:solidFill>
                  <a:schemeClr val="accent1"/>
                </a:solidFill>
                <a:latin typeface="Arial" panose="020B0604020202020204" pitchFamily="34" charset="0"/>
                <a:cs typeface="Arial" panose="020B0604020202020204" pitchFamily="34" charset="0"/>
              </a:rPr>
              <a:t>avoiding detection</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Valid Accounts (</a:t>
            </a:r>
            <a:r>
              <a:rPr lang="en-US" sz="1200" dirty="0">
                <a:solidFill>
                  <a:srgbClr val="FF0000"/>
                </a:solidFill>
                <a:latin typeface="Arial" panose="020B0604020202020204" pitchFamily="34" charset="0"/>
                <a:cs typeface="Arial" panose="020B0604020202020204" pitchFamily="34" charset="0"/>
              </a:rPr>
              <a:t>T1078</a:t>
            </a:r>
            <a:r>
              <a:rPr lang="en-US" sz="1200" dirty="0">
                <a:latin typeface="Arial" panose="020B0604020202020204" pitchFamily="34" charset="0"/>
                <a:cs typeface="Arial" panose="020B0604020202020204" pitchFamily="34" charset="0"/>
              </a:rPr>
              <a:t>) – appearing as legitimate users</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Use of VPNs / proxies (</a:t>
            </a:r>
            <a:r>
              <a:rPr lang="en-US" sz="1200" dirty="0">
                <a:solidFill>
                  <a:srgbClr val="FF0000"/>
                </a:solidFill>
                <a:latin typeface="Arial" panose="020B0604020202020204" pitchFamily="34" charset="0"/>
                <a:cs typeface="Arial" panose="020B0604020202020204" pitchFamily="34" charset="0"/>
              </a:rPr>
              <a:t>T1090</a:t>
            </a:r>
            <a:r>
              <a:rPr lang="en-US" sz="1200" dirty="0">
                <a:latin typeface="Arial" panose="020B0604020202020204" pitchFamily="34" charset="0"/>
                <a:cs typeface="Arial" panose="020B0604020202020204" pitchFamily="34" charset="0"/>
              </a:rPr>
              <a:t>) – hiding real location</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Minimal malware usage / Blends in with normal activity.</a:t>
            </a:r>
          </a:p>
          <a:p>
            <a:pPr lvl="1"/>
            <a:r>
              <a:rPr lang="en-US" sz="1200" b="1" dirty="0">
                <a:latin typeface="Arial" panose="020B0604020202020204" pitchFamily="34" charset="0"/>
                <a:cs typeface="Arial" panose="020B0604020202020204" pitchFamily="34" charset="0"/>
              </a:rPr>
              <a:t>Lateral Movement (</a:t>
            </a:r>
            <a:r>
              <a:rPr lang="en-US" sz="1200" b="1" dirty="0">
                <a:solidFill>
                  <a:schemeClr val="accent1"/>
                </a:solidFill>
                <a:latin typeface="Arial" panose="020B0604020202020204" pitchFamily="34" charset="0"/>
                <a:cs typeface="Arial" panose="020B0604020202020204" pitchFamily="34" charset="0"/>
              </a:rPr>
              <a:t>moving through systems</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Remote Desktop Protocol (RDP) (</a:t>
            </a:r>
            <a:r>
              <a:rPr lang="en-US" sz="1200" dirty="0">
                <a:solidFill>
                  <a:srgbClr val="FF0000"/>
                </a:solidFill>
                <a:latin typeface="Arial" panose="020B0604020202020204" pitchFamily="34" charset="0"/>
                <a:cs typeface="Arial" panose="020B0604020202020204" pitchFamily="34" charset="0"/>
              </a:rPr>
              <a:t>T1021.001</a:t>
            </a:r>
            <a:r>
              <a:rPr lang="en-US" sz="1200"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Trusted account access across systems (</a:t>
            </a:r>
            <a:r>
              <a:rPr lang="en-US" sz="1200" dirty="0">
                <a:solidFill>
                  <a:srgbClr val="FF0000"/>
                </a:solidFill>
                <a:latin typeface="Arial" panose="020B0604020202020204" pitchFamily="34" charset="0"/>
                <a:cs typeface="Arial" panose="020B0604020202020204" pitchFamily="34" charset="0"/>
              </a:rPr>
              <a:t>T1078</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Uses legitimate access to expand within networks.</a:t>
            </a:r>
          </a:p>
          <a:p>
            <a:pPr lvl="1"/>
            <a:r>
              <a:rPr lang="en-US" sz="1200" b="1" dirty="0">
                <a:latin typeface="Arial" panose="020B0604020202020204" pitchFamily="34" charset="0"/>
                <a:cs typeface="Arial" panose="020B0604020202020204" pitchFamily="34" charset="0"/>
              </a:rPr>
              <a:t>Exfiltration (</a:t>
            </a:r>
            <a:r>
              <a:rPr lang="en-US" sz="1200" b="1" dirty="0">
                <a:solidFill>
                  <a:schemeClr val="accent1"/>
                </a:solidFill>
                <a:latin typeface="Arial" panose="020B0604020202020204" pitchFamily="34" charset="0"/>
                <a:cs typeface="Arial" panose="020B0604020202020204" pitchFamily="34" charset="0"/>
              </a:rPr>
              <a:t>stealing data</a:t>
            </a:r>
            <a:r>
              <a:rPr lang="en-US" sz="1200" b="1"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Exfiltration over web/cloud services (</a:t>
            </a:r>
            <a:r>
              <a:rPr lang="en-US" sz="1200" dirty="0">
                <a:solidFill>
                  <a:srgbClr val="FF0000"/>
                </a:solidFill>
                <a:latin typeface="Arial" panose="020B0604020202020204" pitchFamily="34" charset="0"/>
                <a:cs typeface="Arial" panose="020B0604020202020204" pitchFamily="34" charset="0"/>
              </a:rPr>
              <a:t>T1041</a:t>
            </a:r>
            <a:r>
              <a:rPr lang="en-US" sz="1200" dirty="0">
                <a:latin typeface="Arial" panose="020B0604020202020204" pitchFamily="34" charset="0"/>
                <a:cs typeface="Arial" panose="020B0604020202020204" pitchFamily="34" charset="0"/>
              </a:rPr>
              <a:t>)</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Data is removed using normal channels.</a:t>
            </a:r>
          </a:p>
        </p:txBody>
      </p:sp>
      <p:sp>
        <p:nvSpPr>
          <p:cNvPr id="6" name="TextBox 5">
            <a:extLst>
              <a:ext uri="{FF2B5EF4-FFF2-40B4-BE49-F238E27FC236}">
                <a16:creationId xmlns:a16="http://schemas.microsoft.com/office/drawing/2014/main" id="{C8BA1235-51D8-6448-2AE8-AED80EF304FC}"/>
              </a:ext>
            </a:extLst>
          </p:cNvPr>
          <p:cNvSpPr txBox="1"/>
          <p:nvPr/>
        </p:nvSpPr>
        <p:spPr>
          <a:xfrm>
            <a:off x="2368086" y="8469727"/>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6</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16" name="Picture 15">
            <a:extLst>
              <a:ext uri="{FF2B5EF4-FFF2-40B4-BE49-F238E27FC236}">
                <a16:creationId xmlns:a16="http://schemas.microsoft.com/office/drawing/2014/main" id="{90392379-2378-6FCB-7614-C5C889CFE044}"/>
              </a:ext>
            </a:extLst>
          </p:cNvPr>
          <p:cNvPicPr>
            <a:picLocks noChangeAspect="1"/>
          </p:cNvPicPr>
          <p:nvPr/>
        </p:nvPicPr>
        <p:blipFill>
          <a:blip r:embed="rId3"/>
          <a:stretch>
            <a:fillRect/>
          </a:stretch>
        </p:blipFill>
        <p:spPr>
          <a:xfrm>
            <a:off x="1227203" y="7507356"/>
            <a:ext cx="5306409" cy="962371"/>
          </a:xfrm>
          <a:prstGeom prst="rect">
            <a:avLst/>
          </a:prstGeom>
          <a:effectLst>
            <a:outerShdw blurRad="63500" sx="102000" sy="102000" algn="ctr" rotWithShape="0">
              <a:prstClr val="black">
                <a:alpha val="40000"/>
              </a:prstClr>
            </a:outerShdw>
          </a:effectLst>
        </p:spPr>
      </p:pic>
      <p:sp>
        <p:nvSpPr>
          <p:cNvPr id="3" name="TextBox 2">
            <a:extLst>
              <a:ext uri="{FF2B5EF4-FFF2-40B4-BE49-F238E27FC236}">
                <a16:creationId xmlns:a16="http://schemas.microsoft.com/office/drawing/2014/main" id="{F97316B1-2218-2169-4C21-14DA27D7D2FB}"/>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2895219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42E1-931B-D840-0190-57CA4532A01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B4B5B4FD-C802-A31A-C35F-23A8A4A34DFE}"/>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5" name="TextBox 4">
            <a:extLst>
              <a:ext uri="{FF2B5EF4-FFF2-40B4-BE49-F238E27FC236}">
                <a16:creationId xmlns:a16="http://schemas.microsoft.com/office/drawing/2014/main" id="{CBBA3365-2406-A5DC-5667-50E0B48BDA5D}"/>
              </a:ext>
            </a:extLst>
          </p:cNvPr>
          <p:cNvSpPr txBox="1"/>
          <p:nvPr/>
        </p:nvSpPr>
        <p:spPr>
          <a:xfrm>
            <a:off x="2368080" y="8339314"/>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8</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6" name="Title 7">
            <a:extLst>
              <a:ext uri="{FF2B5EF4-FFF2-40B4-BE49-F238E27FC236}">
                <a16:creationId xmlns:a16="http://schemas.microsoft.com/office/drawing/2014/main" id="{08463C6B-DEDB-19A6-918D-65BFA255E5F7}"/>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7" name="TextBox 6">
            <a:extLst>
              <a:ext uri="{FF2B5EF4-FFF2-40B4-BE49-F238E27FC236}">
                <a16:creationId xmlns:a16="http://schemas.microsoft.com/office/drawing/2014/main" id="{2A36C36B-60CC-71F5-545B-0831CC6746E1}"/>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1" name="TextBox 10">
            <a:extLst>
              <a:ext uri="{FF2B5EF4-FFF2-40B4-BE49-F238E27FC236}">
                <a16:creationId xmlns:a16="http://schemas.microsoft.com/office/drawing/2014/main" id="{09760431-FB28-9280-A630-DBD261158D2E}"/>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5" name="TextBox 14">
            <a:extLst>
              <a:ext uri="{FF2B5EF4-FFF2-40B4-BE49-F238E27FC236}">
                <a16:creationId xmlns:a16="http://schemas.microsoft.com/office/drawing/2014/main" id="{5BAAC55A-2E6E-D993-47D6-C84C970A3DC6}"/>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6" name="TextBox 15">
            <a:extLst>
              <a:ext uri="{FF2B5EF4-FFF2-40B4-BE49-F238E27FC236}">
                <a16:creationId xmlns:a16="http://schemas.microsoft.com/office/drawing/2014/main" id="{875940E1-268B-E555-5412-FC79E9DD092F}"/>
              </a:ext>
            </a:extLst>
          </p:cNvPr>
          <p:cNvSpPr txBox="1"/>
          <p:nvPr/>
        </p:nvSpPr>
        <p:spPr>
          <a:xfrm>
            <a:off x="194674" y="907451"/>
            <a:ext cx="7383048" cy="3939540"/>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4: Indicators of Compromise (IOCs)</a:t>
            </a:r>
          </a:p>
          <a:p>
            <a:pPr marL="171450" indent="-171450">
              <a:spcAft>
                <a:spcPts val="600"/>
              </a:spcAft>
              <a:buFont typeface="Arial" panose="020B0604020202020204" pitchFamily="34" charset="0"/>
              <a:buChar char="•"/>
            </a:pPr>
            <a:r>
              <a:rPr lang="en-US" sz="1200" dirty="0"/>
              <a:t>Scattered Spider activity is mainly identified through behavioral and identity-based indicators, rather than traditional malware signatures.</a:t>
            </a:r>
            <a:r>
              <a:rPr lang="en-US" sz="1200" b="1" dirty="0">
                <a:latin typeface="Arial" panose="020B0604020202020204" pitchFamily="34" charset="0"/>
                <a:cs typeface="Arial" panose="020B0604020202020204" pitchFamily="34" charset="0"/>
              </a:rPr>
              <a:t> </a:t>
            </a:r>
            <a:endParaRPr lang="en-US" sz="1200" b="1" dirty="0"/>
          </a:p>
          <a:p>
            <a:r>
              <a:rPr lang="en-US" sz="1200" b="1" dirty="0"/>
              <a:t>	Identity / Authentication Indicators:</a:t>
            </a:r>
          </a:p>
          <a:p>
            <a:pPr marL="1085850" lvl="2" indent="-171450">
              <a:buFont typeface="Arial" panose="020B0604020202020204" pitchFamily="34" charset="0"/>
              <a:buChar char="•"/>
            </a:pPr>
            <a:r>
              <a:rPr lang="en-US" sz="1200" dirty="0"/>
              <a:t>Unusual password reset requests via help desk </a:t>
            </a:r>
          </a:p>
          <a:p>
            <a:pPr marL="1085850" lvl="2" indent="-171450">
              <a:buFont typeface="Arial" panose="020B0604020202020204" pitchFamily="34" charset="0"/>
              <a:buChar char="•"/>
            </a:pPr>
            <a:r>
              <a:rPr lang="en-US" sz="1200" dirty="0"/>
              <a:t>Multiple MFA push notifications (MFA fatigue) </a:t>
            </a:r>
            <a:r>
              <a:rPr lang="en-US" sz="1200" b="1" dirty="0"/>
              <a:t>(Figure 7)</a:t>
            </a:r>
          </a:p>
          <a:p>
            <a:pPr marL="1085850" lvl="2" indent="-171450">
              <a:buFont typeface="Arial" panose="020B0604020202020204" pitchFamily="34" charset="0"/>
              <a:buChar char="•"/>
            </a:pPr>
            <a:r>
              <a:rPr lang="en-US" sz="1200" dirty="0"/>
              <a:t>New MFA device added shortly after login changes </a:t>
            </a:r>
          </a:p>
          <a:p>
            <a:pPr marL="1085850" lvl="2" indent="-171450">
              <a:spcAft>
                <a:spcPts val="600"/>
              </a:spcAft>
              <a:buFont typeface="Arial" panose="020B0604020202020204" pitchFamily="34" charset="0"/>
              <a:buChar char="•"/>
            </a:pPr>
            <a:r>
              <a:rPr lang="en-US" sz="1200" dirty="0"/>
              <a:t>Privilege escalation in identity systems (Okta, Azure AD) </a:t>
            </a:r>
            <a:r>
              <a:rPr lang="en-US" sz="1200" b="1" dirty="0"/>
              <a:t>(Figure 8)</a:t>
            </a:r>
            <a:endParaRPr lang="en-US" sz="1200" dirty="0"/>
          </a:p>
          <a:p>
            <a:r>
              <a:rPr lang="en-US" sz="1200" b="1" dirty="0"/>
              <a:t>	Login Behavior Indicators:</a:t>
            </a:r>
          </a:p>
          <a:p>
            <a:pPr marL="1085850" lvl="2" indent="-171450">
              <a:buFont typeface="Arial" panose="020B0604020202020204" pitchFamily="34" charset="0"/>
              <a:buChar char="•"/>
            </a:pPr>
            <a:r>
              <a:rPr lang="en-US" sz="1200" dirty="0"/>
              <a:t>Logins from new or unusual locations </a:t>
            </a:r>
          </a:p>
          <a:p>
            <a:pPr marL="1085850" lvl="2" indent="-171450">
              <a:buFont typeface="Arial" panose="020B0604020202020204" pitchFamily="34" charset="0"/>
              <a:buChar char="•"/>
            </a:pPr>
            <a:r>
              <a:rPr lang="en-US" sz="1200" dirty="0"/>
              <a:t>Use of residential IP addresses or VPNs </a:t>
            </a:r>
          </a:p>
          <a:p>
            <a:pPr marL="1085850" lvl="2" indent="-171450">
              <a:spcAft>
                <a:spcPts val="600"/>
              </a:spcAft>
              <a:buFont typeface="Arial" panose="020B0604020202020204" pitchFamily="34" charset="0"/>
              <a:buChar char="•"/>
            </a:pPr>
            <a:r>
              <a:rPr lang="en-US" sz="1200" dirty="0"/>
              <a:t>Multiple failed logins followed by success</a:t>
            </a:r>
          </a:p>
          <a:p>
            <a:r>
              <a:rPr lang="en-US" sz="1200" b="1" dirty="0"/>
              <a:t>	Network Indicators:</a:t>
            </a:r>
          </a:p>
          <a:p>
            <a:pPr marL="1085850" lvl="2" indent="-171450">
              <a:buFont typeface="Arial" panose="020B0604020202020204" pitchFamily="34" charset="0"/>
              <a:buChar char="•"/>
            </a:pPr>
            <a:r>
              <a:rPr lang="en-US" sz="1200" dirty="0"/>
              <a:t>Remote access via RDP from unfamiliar devices (</a:t>
            </a:r>
            <a:r>
              <a:rPr lang="en-US" sz="1200" dirty="0">
                <a:solidFill>
                  <a:srgbClr val="FF0000"/>
                </a:solidFill>
              </a:rPr>
              <a:t>T1021.001</a:t>
            </a:r>
            <a:r>
              <a:rPr lang="en-US" sz="1200" dirty="0"/>
              <a:t>) </a:t>
            </a:r>
          </a:p>
          <a:p>
            <a:pPr marL="1085850" lvl="2" indent="-171450">
              <a:spcAft>
                <a:spcPts val="600"/>
              </a:spcAft>
              <a:buFont typeface="Arial" panose="020B0604020202020204" pitchFamily="34" charset="0"/>
              <a:buChar char="•"/>
            </a:pPr>
            <a:r>
              <a:rPr lang="en-US" sz="1200" dirty="0"/>
              <a:t>Access through proxies or anonymization tools (</a:t>
            </a:r>
            <a:r>
              <a:rPr lang="en-US" sz="1200" dirty="0">
                <a:solidFill>
                  <a:srgbClr val="FF0000"/>
                </a:solidFill>
              </a:rPr>
              <a:t>T1090</a:t>
            </a:r>
            <a:r>
              <a:rPr lang="en-US" sz="1200" dirty="0"/>
              <a:t>)</a:t>
            </a:r>
          </a:p>
          <a:p>
            <a:r>
              <a:rPr lang="en-US" sz="1200" b="1" dirty="0"/>
              <a:t>	Tool / System Indicators:</a:t>
            </a:r>
          </a:p>
          <a:p>
            <a:r>
              <a:rPr lang="en-US" sz="1200" dirty="0"/>
              <a:t>	Unusual use of:</a:t>
            </a:r>
          </a:p>
          <a:p>
            <a:pPr marL="1085850" lvl="2" indent="-171450">
              <a:buFont typeface="Arial" panose="020B0604020202020204" pitchFamily="34" charset="0"/>
              <a:buChar char="•"/>
            </a:pPr>
            <a:r>
              <a:rPr lang="en-US" sz="1200" dirty="0"/>
              <a:t>PowerShell (</a:t>
            </a:r>
            <a:r>
              <a:rPr lang="en-US" sz="1200" dirty="0">
                <a:solidFill>
                  <a:srgbClr val="FF0000"/>
                </a:solidFill>
              </a:rPr>
              <a:t>T1059.001</a:t>
            </a:r>
            <a:r>
              <a:rPr lang="en-US" sz="1200" dirty="0"/>
              <a:t>)</a:t>
            </a:r>
          </a:p>
          <a:p>
            <a:pPr marL="1085850" lvl="2" indent="-171450">
              <a:spcAft>
                <a:spcPts val="600"/>
              </a:spcAft>
              <a:buFont typeface="Arial" panose="020B0604020202020204" pitchFamily="34" charset="0"/>
              <a:buChar char="•"/>
            </a:pPr>
            <a:r>
              <a:rPr lang="en-US" sz="1200" dirty="0"/>
              <a:t>Remote admin tools and cloud portals</a:t>
            </a:r>
            <a:endParaRPr lang="en-US" sz="12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0406FDE4-323E-EAF4-A327-76D5DFA82137}"/>
              </a:ext>
            </a:extLst>
          </p:cNvPr>
          <p:cNvSpPr txBox="1"/>
          <p:nvPr/>
        </p:nvSpPr>
        <p:spPr>
          <a:xfrm>
            <a:off x="2368082" y="6289573"/>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3"/>
              </a:rPr>
              <a:t>Figure 7</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9" name="Picture 8">
            <a:extLst>
              <a:ext uri="{FF2B5EF4-FFF2-40B4-BE49-F238E27FC236}">
                <a16:creationId xmlns:a16="http://schemas.microsoft.com/office/drawing/2014/main" id="{8064F241-2DAD-5958-5DF3-4ED5AFD5D0E6}"/>
              </a:ext>
            </a:extLst>
          </p:cNvPr>
          <p:cNvPicPr>
            <a:picLocks noChangeAspect="1"/>
          </p:cNvPicPr>
          <p:nvPr/>
        </p:nvPicPr>
        <p:blipFill>
          <a:blip r:embed="rId4"/>
          <a:stretch>
            <a:fillRect/>
          </a:stretch>
        </p:blipFill>
        <p:spPr>
          <a:xfrm>
            <a:off x="2158841" y="4940929"/>
            <a:ext cx="3454708" cy="1317574"/>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EAA1A91A-EA8D-D31D-A760-872094D10A4C}"/>
              </a:ext>
            </a:extLst>
          </p:cNvPr>
          <p:cNvPicPr>
            <a:picLocks noChangeAspect="1"/>
          </p:cNvPicPr>
          <p:nvPr/>
        </p:nvPicPr>
        <p:blipFill>
          <a:blip r:embed="rId5"/>
          <a:stretch>
            <a:fillRect/>
          </a:stretch>
        </p:blipFill>
        <p:spPr>
          <a:xfrm>
            <a:off x="1154294" y="6699532"/>
            <a:ext cx="5463801" cy="1630238"/>
          </a:xfrm>
          <a:prstGeom prst="rect">
            <a:avLst/>
          </a:prstGeom>
          <a:effectLst>
            <a:outerShdw blurRad="63500" sx="102000" sy="102000" algn="ctr" rotWithShape="0">
              <a:prstClr val="black">
                <a:alpha val="40000"/>
              </a:prstClr>
            </a:outerShdw>
          </a:effectLst>
        </p:spPr>
      </p:pic>
      <p:sp>
        <p:nvSpPr>
          <p:cNvPr id="3" name="TextBox 2">
            <a:extLst>
              <a:ext uri="{FF2B5EF4-FFF2-40B4-BE49-F238E27FC236}">
                <a16:creationId xmlns:a16="http://schemas.microsoft.com/office/drawing/2014/main" id="{2D2A9745-3754-3962-6FA1-793832037197}"/>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101442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07BB-7349-8641-76B9-ECB03D1C52F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E3F3074-5D77-1311-831C-EFFB06607389}"/>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6" name="Title 7">
            <a:extLst>
              <a:ext uri="{FF2B5EF4-FFF2-40B4-BE49-F238E27FC236}">
                <a16:creationId xmlns:a16="http://schemas.microsoft.com/office/drawing/2014/main" id="{23386A5F-9E1D-BA0F-A2E1-0B35ACC08CDB}"/>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7" name="TextBox 6">
            <a:extLst>
              <a:ext uri="{FF2B5EF4-FFF2-40B4-BE49-F238E27FC236}">
                <a16:creationId xmlns:a16="http://schemas.microsoft.com/office/drawing/2014/main" id="{49711439-44CD-E763-B2E8-4DC1074AC99A}"/>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1" name="TextBox 10">
            <a:extLst>
              <a:ext uri="{FF2B5EF4-FFF2-40B4-BE49-F238E27FC236}">
                <a16:creationId xmlns:a16="http://schemas.microsoft.com/office/drawing/2014/main" id="{AFA8E3C2-1AE0-32E7-68AE-D0F8E4508714}"/>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5" name="TextBox 14">
            <a:extLst>
              <a:ext uri="{FF2B5EF4-FFF2-40B4-BE49-F238E27FC236}">
                <a16:creationId xmlns:a16="http://schemas.microsoft.com/office/drawing/2014/main" id="{213E34CD-B5F6-A98C-38DD-F33A38C85A6C}"/>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3" name="TextBox 2">
            <a:extLst>
              <a:ext uri="{FF2B5EF4-FFF2-40B4-BE49-F238E27FC236}">
                <a16:creationId xmlns:a16="http://schemas.microsoft.com/office/drawing/2014/main" id="{A4A5074E-CECF-0A34-FE4A-C56CB398704D}"/>
              </a:ext>
            </a:extLst>
          </p:cNvPr>
          <p:cNvSpPr txBox="1"/>
          <p:nvPr/>
        </p:nvSpPr>
        <p:spPr>
          <a:xfrm>
            <a:off x="196849" y="898486"/>
            <a:ext cx="7042091" cy="2518638"/>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5: Analytic Assessment</a:t>
            </a:r>
          </a:p>
          <a:p>
            <a:pPr marL="171450" indent="-171450">
              <a:spcAft>
                <a:spcPts val="670"/>
              </a:spcAft>
              <a:buFont typeface="Arial" panose="020B0604020202020204" pitchFamily="34" charset="0"/>
              <a:buChar char="•"/>
            </a:pPr>
            <a:r>
              <a:rPr lang="en-US" sz="1200" dirty="0"/>
              <a:t>Scattered Spider is assessed as a highly capable financially motivated cybercriminal collective operating within a broader Western-based cybercrime ecosystem. The group has no confirmed evidence of state-directed espionage activity </a:t>
            </a:r>
            <a:r>
              <a:rPr lang="en-US" sz="1200" b="1" dirty="0">
                <a:latin typeface="Arial" panose="020B0604020202020204" pitchFamily="34" charset="0"/>
                <a:cs typeface="Arial" panose="020B0604020202020204" pitchFamily="34" charset="0"/>
              </a:rPr>
              <a:t>(Figures 9 - 11)</a:t>
            </a:r>
          </a:p>
          <a:p>
            <a:pPr marL="171450" indent="-171450">
              <a:spcAft>
                <a:spcPts val="670"/>
              </a:spcAft>
              <a:buFont typeface="Arial" panose="020B0604020202020204" pitchFamily="34" charset="0"/>
              <a:buChar char="•"/>
            </a:pPr>
            <a:r>
              <a:rPr lang="en-US" sz="1200" dirty="0"/>
              <a:t>The actor focuses primarily on financial theft and data extortion, using advanced social engineering and identity compromise techniques to gain access to enterprise environments. Its operations demonstrate strong adaptability, particularly in bypassing multi-factor authentication and exploiting help desk processes.</a:t>
            </a:r>
            <a:endParaRPr lang="en-US" sz="1200" dirty="0">
              <a:latin typeface="Arial" panose="020B0604020202020204" pitchFamily="34" charset="0"/>
              <a:ea typeface="Roboto" panose="02000000000000000000" pitchFamily="2" charset="0"/>
              <a:cs typeface="Arial" panose="020B0604020202020204" pitchFamily="34" charset="0"/>
            </a:endParaRPr>
          </a:p>
          <a:p>
            <a:pPr marL="171450" indent="-171450">
              <a:spcAft>
                <a:spcPts val="670"/>
              </a:spcAft>
              <a:buClr>
                <a:schemeClr val="tx1"/>
              </a:buClr>
              <a:buFont typeface="Arial" panose="020B0604020202020204" pitchFamily="34" charset="0"/>
              <a:buChar char="•"/>
            </a:pPr>
            <a:r>
              <a:rPr lang="en-US" sz="1200" b="1" dirty="0">
                <a:solidFill>
                  <a:srgbClr val="FF0000"/>
                </a:solidFill>
              </a:rPr>
              <a:t>Threat Level: High </a:t>
            </a:r>
            <a:r>
              <a:rPr lang="en-US" sz="1200" b="1" dirty="0"/>
              <a:t>-</a:t>
            </a:r>
            <a:r>
              <a:rPr lang="en-US" sz="1200" dirty="0">
                <a:solidFill>
                  <a:srgbClr val="FF0000"/>
                </a:solidFill>
              </a:rPr>
              <a:t> </a:t>
            </a:r>
            <a:r>
              <a:rPr lang="en-US" sz="1200" dirty="0"/>
              <a:t>Based on its ability to consistently compromise large enterprises, bypass identity controls, and conduct high-impact extortion campaigns. The group remains a significant risk due to its evolving tactics, decentralized structure, and effectiveness in targeting identity systems rather than technical vulnerabilities.</a:t>
            </a:r>
            <a:endParaRPr lang="en-US" sz="1200" dirty="0">
              <a:latin typeface="Arial" panose="020B0604020202020204" pitchFamily="34"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E03A3B32-0143-FE04-5A6C-67F0507C226D}"/>
              </a:ext>
            </a:extLst>
          </p:cNvPr>
          <p:cNvSpPr txBox="1"/>
          <p:nvPr/>
        </p:nvSpPr>
        <p:spPr>
          <a:xfrm>
            <a:off x="2366717" y="4929962"/>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9</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0" name="TextBox 19">
            <a:extLst>
              <a:ext uri="{FF2B5EF4-FFF2-40B4-BE49-F238E27FC236}">
                <a16:creationId xmlns:a16="http://schemas.microsoft.com/office/drawing/2014/main" id="{A604BAF3-06C0-39C4-75CE-68D745286F9B}"/>
              </a:ext>
            </a:extLst>
          </p:cNvPr>
          <p:cNvSpPr txBox="1"/>
          <p:nvPr/>
        </p:nvSpPr>
        <p:spPr>
          <a:xfrm>
            <a:off x="2366717" y="6528407"/>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3"/>
              </a:rPr>
              <a:t>Figure 10</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4" name="Picture 3">
            <a:extLst>
              <a:ext uri="{FF2B5EF4-FFF2-40B4-BE49-F238E27FC236}">
                <a16:creationId xmlns:a16="http://schemas.microsoft.com/office/drawing/2014/main" id="{D9BF4F4D-3DDB-CECE-9CB0-6822F7CDEABF}"/>
              </a:ext>
            </a:extLst>
          </p:cNvPr>
          <p:cNvPicPr>
            <a:picLocks noChangeAspect="1"/>
          </p:cNvPicPr>
          <p:nvPr/>
        </p:nvPicPr>
        <p:blipFill>
          <a:blip r:embed="rId4"/>
          <a:stretch>
            <a:fillRect/>
          </a:stretch>
        </p:blipFill>
        <p:spPr>
          <a:xfrm>
            <a:off x="1224183" y="3578830"/>
            <a:ext cx="5321299" cy="1330325"/>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0FEA36C2-6A70-C1F6-0C9F-C83C4FFF4A56}"/>
              </a:ext>
            </a:extLst>
          </p:cNvPr>
          <p:cNvPicPr>
            <a:picLocks noChangeAspect="1"/>
          </p:cNvPicPr>
          <p:nvPr/>
        </p:nvPicPr>
        <p:blipFill>
          <a:blip r:embed="rId5"/>
          <a:stretch>
            <a:fillRect/>
          </a:stretch>
        </p:blipFill>
        <p:spPr>
          <a:xfrm>
            <a:off x="1249207" y="5405140"/>
            <a:ext cx="5271247" cy="110246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F29697F4-950F-C0BD-CE9E-D3C30C1AF846}"/>
              </a:ext>
            </a:extLst>
          </p:cNvPr>
          <p:cNvPicPr>
            <a:picLocks noChangeAspect="1"/>
          </p:cNvPicPr>
          <p:nvPr/>
        </p:nvPicPr>
        <p:blipFill>
          <a:blip r:embed="rId6"/>
          <a:stretch>
            <a:fillRect/>
          </a:stretch>
        </p:blipFill>
        <p:spPr>
          <a:xfrm>
            <a:off x="1279594" y="6956612"/>
            <a:ext cx="5213212" cy="1420318"/>
          </a:xfrm>
          <a:prstGeom prst="rect">
            <a:avLst/>
          </a:prstGeom>
          <a:effectLst>
            <a:outerShdw blurRad="63500" sx="102000" sy="102000" algn="ctr" rotWithShape="0">
              <a:prstClr val="black">
                <a:alpha val="40000"/>
              </a:prstClr>
            </a:outerShdw>
          </a:effectLst>
        </p:spPr>
      </p:pic>
      <p:sp>
        <p:nvSpPr>
          <p:cNvPr id="16" name="TextBox 15">
            <a:extLst>
              <a:ext uri="{FF2B5EF4-FFF2-40B4-BE49-F238E27FC236}">
                <a16:creationId xmlns:a16="http://schemas.microsoft.com/office/drawing/2014/main" id="{99519E0B-FBD0-BDE8-9895-887F742738EB}"/>
              </a:ext>
            </a:extLst>
          </p:cNvPr>
          <p:cNvSpPr txBox="1"/>
          <p:nvPr/>
        </p:nvSpPr>
        <p:spPr>
          <a:xfrm>
            <a:off x="2366717" y="8376930"/>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7"/>
              </a:rPr>
              <a:t>Figure 11</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2239D414-470C-F1EE-7E40-D22E7BE45E12}"/>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3273272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523841-D415-42D1-9986-FFE01C0A70F9}"/>
              </a:ext>
            </a:extLst>
          </p:cNvPr>
          <p:cNvSpPr/>
          <p:nvPr/>
        </p:nvSpPr>
        <p:spPr>
          <a:xfrm>
            <a:off x="159027" y="1036340"/>
            <a:ext cx="7474226" cy="1123384"/>
          </a:xfrm>
          <a:prstGeom prst="rect">
            <a:avLst/>
          </a:prstGeom>
          <a:ln>
            <a:solidFill>
              <a:schemeClr val="tx1"/>
            </a:solidFill>
          </a:ln>
        </p:spPr>
        <p:txBody>
          <a:bodyPr wrap="square">
            <a:spAutoFit/>
          </a:bodyPr>
          <a:lstStyle/>
          <a:p>
            <a:pPr>
              <a:spcBef>
                <a:spcPts val="1200"/>
              </a:spcBef>
              <a:spcAft>
                <a:spcPts val="600"/>
              </a:spcAft>
            </a:pPr>
            <a:r>
              <a:rPr lang="en-US" sz="1200" b="1" dirty="0">
                <a:solidFill>
                  <a:schemeClr val="tx1">
                    <a:lumMod val="65000"/>
                    <a:lumOff val="35000"/>
                  </a:schemeClr>
                </a:solidFill>
                <a:latin typeface="Arial" panose="020B0604020202020204" pitchFamily="34" charset="0"/>
                <a:cs typeface="Arial" panose="020B0604020202020204" pitchFamily="34" charset="0"/>
              </a:rPr>
              <a:t>Limitations of Open Source (OS) Information </a:t>
            </a:r>
          </a:p>
          <a:p>
            <a:r>
              <a:rPr lang="en-US" sz="1000" dirty="0">
                <a:solidFill>
                  <a:schemeClr val="bg1">
                    <a:lumMod val="50000"/>
                  </a:schemeClr>
                </a:solidFill>
              </a:rPr>
              <a:t>This report is based solely on publicly available open-source intelligence (OSINT). The information presented is subject to limitations inherent in open-source collection, including potential gaps in availability, completeness, and timeliness of data at the time of analysis. While efforts are made to ensure accuracy and relevance, some relevant information may not be publicly accessible or may not be captured during the collection process. As such, findings should be interpreted as analytical assessments based on available data rather than exhaustive or definitive intelligence.</a:t>
            </a:r>
            <a:endParaRPr lang="en-US" sz="1000" b="0" u="none" strike="noStrike" dirty="0">
              <a:solidFill>
                <a:schemeClr val="bg1">
                  <a:lumMod val="50000"/>
                </a:schemeClr>
              </a:solidFill>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299550D-CBED-4B26-A5B0-86E44E9CE4A2}"/>
              </a:ext>
            </a:extLst>
          </p:cNvPr>
          <p:cNvSpPr/>
          <p:nvPr/>
        </p:nvSpPr>
        <p:spPr>
          <a:xfrm>
            <a:off x="159027" y="2269278"/>
            <a:ext cx="7474226" cy="1123384"/>
          </a:xfrm>
          <a:prstGeom prst="rect">
            <a:avLst/>
          </a:prstGeom>
          <a:ln>
            <a:solidFill>
              <a:schemeClr val="tx1"/>
            </a:solid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1200"/>
              </a:spcBef>
              <a:spcAft>
                <a:spcPts val="600"/>
              </a:spcAft>
            </a:pPr>
            <a:r>
              <a:rPr lang="en-US" sz="1200" b="1" dirty="0">
                <a:solidFill>
                  <a:schemeClr val="tx1">
                    <a:lumMod val="65000"/>
                    <a:lumOff val="35000"/>
                  </a:schemeClr>
                </a:solidFill>
                <a:latin typeface="Arial" panose="020B0604020202020204" pitchFamily="34" charset="0"/>
                <a:cs typeface="Arial" panose="020B0604020202020204" pitchFamily="34" charset="0"/>
              </a:rPr>
              <a:t>Information Fair Use and Restrictions </a:t>
            </a:r>
          </a:p>
          <a:p>
            <a:pPr>
              <a:spcAft>
                <a:spcPts val="800"/>
              </a:spcAft>
            </a:pPr>
            <a:r>
              <a:rPr lang="en-US" sz="1000" dirty="0">
                <a:solidFill>
                  <a:schemeClr val="bg1">
                    <a:lumMod val="50000"/>
                  </a:schemeClr>
                </a:solidFill>
                <a:latin typeface="Arial" panose="020B0604020202020204" pitchFamily="34" charset="0"/>
                <a:cs typeface="Arial" panose="020B0604020202020204" pitchFamily="34" charset="0"/>
              </a:rPr>
              <a:t>This report is based solely on open-source intelligence (OSINT), including publicly accessible surface web, technical intelligence feeds, and openly available dark web sources used for security research and threat monitoring. All information is provided strictly for educational and portfolio demonstration purposes in the field of cyber threat intelligence and analytical research. Data collection is limited to publicly available sources only. No restricted, private, or unauthorized access methods were used. Users are expected to comply with all applicable laws and regulations governing the use of publicly available information.</a:t>
            </a:r>
          </a:p>
        </p:txBody>
      </p:sp>
      <p:sp>
        <p:nvSpPr>
          <p:cNvPr id="2" name="TextBox 1">
            <a:extLst>
              <a:ext uri="{FF2B5EF4-FFF2-40B4-BE49-F238E27FC236}">
                <a16:creationId xmlns:a16="http://schemas.microsoft.com/office/drawing/2014/main" id="{AB92F8A8-8777-8EF7-29B3-ECCCB5961E99}"/>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06MAY2026</a:t>
            </a:r>
          </a:p>
        </p:txBody>
      </p:sp>
      <p:sp>
        <p:nvSpPr>
          <p:cNvPr id="6" name="Title 7">
            <a:extLst>
              <a:ext uri="{FF2B5EF4-FFF2-40B4-BE49-F238E27FC236}">
                <a16:creationId xmlns:a16="http://schemas.microsoft.com/office/drawing/2014/main" id="{136E08C6-8AFE-C7F8-9DDF-2C3934E1A4F7}"/>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8" name="TextBox 7">
            <a:extLst>
              <a:ext uri="{FF2B5EF4-FFF2-40B4-BE49-F238E27FC236}">
                <a16:creationId xmlns:a16="http://schemas.microsoft.com/office/drawing/2014/main" id="{05ACCA75-2970-D26C-14CE-7D412DF14675}"/>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Scattered Spider</a:t>
            </a:r>
          </a:p>
        </p:txBody>
      </p:sp>
      <p:sp>
        <p:nvSpPr>
          <p:cNvPr id="12" name="TextBox 11">
            <a:extLst>
              <a:ext uri="{FF2B5EF4-FFF2-40B4-BE49-F238E27FC236}">
                <a16:creationId xmlns:a16="http://schemas.microsoft.com/office/drawing/2014/main" id="{70F4C8DB-836E-C7A8-7B39-F74CA3812BB2}"/>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3079118A-3FFA-6C51-7DAD-CA379A4E4845}"/>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3" name="TextBox 2">
            <a:extLst>
              <a:ext uri="{FF2B5EF4-FFF2-40B4-BE49-F238E27FC236}">
                <a16:creationId xmlns:a16="http://schemas.microsoft.com/office/drawing/2014/main" id="{539E37B0-F3E1-A9B4-B70E-829AADB0E1EC}"/>
              </a:ext>
            </a:extLst>
          </p:cNvPr>
          <p:cNvSpPr txBox="1"/>
          <p:nvPr/>
        </p:nvSpPr>
        <p:spPr>
          <a:xfrm>
            <a:off x="5501390" y="300370"/>
            <a:ext cx="2074161"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23326987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0F1E9F4AF120346B00093215C75341D" ma:contentTypeVersion="7" ma:contentTypeDescription="Create a new document." ma:contentTypeScope="" ma:versionID="6d3dde0243cdc21878d6246060622abc">
  <xsd:schema xmlns:xsd="http://www.w3.org/2001/XMLSchema" xmlns:xs="http://www.w3.org/2001/XMLSchema" xmlns:p="http://schemas.microsoft.com/office/2006/metadata/properties" xmlns:ns3="01269402-7b65-4438-b3b9-4078ffba1ec1" xmlns:ns4="6f1ec714-84ee-4b33-845c-2adff5d59dcb" targetNamespace="http://schemas.microsoft.com/office/2006/metadata/properties" ma:root="true" ma:fieldsID="60de6085030b4e5271b26b71cc0c1eae" ns3:_="" ns4:_="">
    <xsd:import namespace="01269402-7b65-4438-b3b9-4078ffba1ec1"/>
    <xsd:import namespace="6f1ec714-84ee-4b33-845c-2adff5d59dc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269402-7b65-4438-b3b9-4078ffba1ec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1ec714-84ee-4b33-845c-2adff5d59d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B3F371-E1F2-418F-AE12-1987C249C588}">
  <ds:schemaRefs>
    <ds:schemaRef ds:uri="http://schemas.microsoft.com/sharepoint/v3/contenttype/forms"/>
  </ds:schemaRefs>
</ds:datastoreItem>
</file>

<file path=customXml/itemProps2.xml><?xml version="1.0" encoding="utf-8"?>
<ds:datastoreItem xmlns:ds="http://schemas.openxmlformats.org/officeDocument/2006/customXml" ds:itemID="{1887C731-70C2-4013-AF25-AB320DAC13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269402-7b65-4438-b3b9-4078ffba1ec1"/>
    <ds:schemaRef ds:uri="6f1ec714-84ee-4b33-845c-2adff5d59d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4ECC5A-2CD3-4919-8070-CB06223D1DE9}">
  <ds:schemaRefs>
    <ds:schemaRef ds:uri="http://schemas.microsoft.com/office/infopath/2007/PartnerControls"/>
    <ds:schemaRef ds:uri="http://purl.org/dc/elements/1.1/"/>
    <ds:schemaRef ds:uri="http://schemas.microsoft.com/office/2006/documentManagement/types"/>
    <ds:schemaRef ds:uri="http://purl.org/dc/terms/"/>
    <ds:schemaRef ds:uri="http://schemas.microsoft.com/office/2006/metadata/properties"/>
    <ds:schemaRef ds:uri="http://purl.org/dc/dcmitype/"/>
    <ds:schemaRef ds:uri="01269402-7b65-4438-b3b9-4078ffba1ec1"/>
    <ds:schemaRef ds:uri="http://www.w3.org/XML/1998/namespace"/>
    <ds:schemaRef ds:uri="http://schemas.openxmlformats.org/package/2006/metadata/core-properties"/>
    <ds:schemaRef ds:uri="6f1ec714-84ee-4b33-845c-2adff5d59dcb"/>
  </ds:schemaRefs>
</ds:datastoreItem>
</file>

<file path=docProps/app.xml><?xml version="1.0" encoding="utf-8"?>
<Properties xmlns="http://schemas.openxmlformats.org/officeDocument/2006/extended-properties" xmlns:vt="http://schemas.openxmlformats.org/officeDocument/2006/docPropsVTypes">
  <Template>Organic</Template>
  <TotalTime>79116</TotalTime>
  <Words>2045</Words>
  <Application>Microsoft Office PowerPoint</Application>
  <PresentationFormat>Custom</PresentationFormat>
  <Paragraphs>159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 Check</dc:title>
  <dc:creator>Edgeworth Security, Cyber Operations Division</dc:creator>
  <cp:lastModifiedBy>Dalton Hunter</cp:lastModifiedBy>
  <cp:revision>519</cp:revision>
  <dcterms:created xsi:type="dcterms:W3CDTF">2018-04-26T18:53:23Z</dcterms:created>
  <dcterms:modified xsi:type="dcterms:W3CDTF">2026-05-06T20:13:45Z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0x010100F0F1E9F4AF120346B00093215C75341D</vt:lpwstr>
  </property>
</Properties>
</file>